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  <p:sldMasterId id="214748369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5143500" cx="9144000"/>
  <p:notesSz cx="6858000" cy="9144000"/>
  <p:embeddedFontLst>
    <p:embeddedFont>
      <p:font typeface="Noto Nastaliq Urdu Medium"/>
      <p:regular r:id="rId37"/>
      <p:bold r:id="rId38"/>
    </p:embeddedFont>
    <p:embeddedFont>
      <p:font typeface="Noto Nastaliq Urdu SemiBold"/>
      <p:regular r:id="rId39"/>
      <p:bold r:id="rId40"/>
    </p:embeddedFont>
    <p:embeddedFont>
      <p:font typeface="IBM Plex Serif"/>
      <p:regular r:id="rId41"/>
      <p:bold r:id="rId42"/>
      <p:italic r:id="rId43"/>
      <p:boldItalic r:id="rId44"/>
    </p:embeddedFont>
    <p:embeddedFont>
      <p:font typeface="Archivo Medium"/>
      <p:regular r:id="rId45"/>
      <p:bold r:id="rId46"/>
      <p:italic r:id="rId47"/>
      <p:boldItalic r:id="rId48"/>
    </p:embeddedFont>
    <p:embeddedFont>
      <p:font typeface="IBM Plex Serif Medium"/>
      <p:regular r:id="rId49"/>
      <p:bold r:id="rId50"/>
      <p:italic r:id="rId51"/>
      <p:boldItalic r:id="rId52"/>
    </p:embeddedFont>
    <p:embeddedFont>
      <p:font typeface="Noto Nastaliq Urdu"/>
      <p:regular r:id="rId53"/>
      <p:bold r:id="rId54"/>
    </p:embeddedFont>
    <p:embeddedFont>
      <p:font typeface="Archivo"/>
      <p:regular r:id="rId55"/>
      <p:bold r:id="rId56"/>
      <p:italic r:id="rId57"/>
      <p:boldItalic r:id="rId58"/>
    </p:embeddedFont>
    <p:embeddedFont>
      <p:font typeface="Archivo SemiBold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otoNastaliqUrduSemiBold-bold.fntdata"/><Relationship Id="rId42" Type="http://schemas.openxmlformats.org/officeDocument/2006/relationships/font" Target="fonts/IBMPlexSerif-bold.fntdata"/><Relationship Id="rId41" Type="http://schemas.openxmlformats.org/officeDocument/2006/relationships/font" Target="fonts/IBMPlexSerif-regular.fntdata"/><Relationship Id="rId44" Type="http://schemas.openxmlformats.org/officeDocument/2006/relationships/font" Target="fonts/IBMPlexSerif-boldItalic.fntdata"/><Relationship Id="rId43" Type="http://schemas.openxmlformats.org/officeDocument/2006/relationships/font" Target="fonts/IBMPlexSerif-italic.fntdata"/><Relationship Id="rId46" Type="http://schemas.openxmlformats.org/officeDocument/2006/relationships/font" Target="fonts/ArchivoMedium-bold.fntdata"/><Relationship Id="rId45" Type="http://schemas.openxmlformats.org/officeDocument/2006/relationships/font" Target="fonts/ArchivoMedium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ArchivoMedium-boldItalic.fntdata"/><Relationship Id="rId47" Type="http://schemas.openxmlformats.org/officeDocument/2006/relationships/font" Target="fonts/ArchivoMedium-italic.fntdata"/><Relationship Id="rId49" Type="http://schemas.openxmlformats.org/officeDocument/2006/relationships/font" Target="fonts/IBMPlexSerifMedium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font" Target="fonts/NotoNastaliqUrduMedium-regular.fntdata"/><Relationship Id="rId36" Type="http://schemas.openxmlformats.org/officeDocument/2006/relationships/slide" Target="slides/slide30.xml"/><Relationship Id="rId39" Type="http://schemas.openxmlformats.org/officeDocument/2006/relationships/font" Target="fonts/NotoNastaliqUrduSemiBold-regular.fntdata"/><Relationship Id="rId38" Type="http://schemas.openxmlformats.org/officeDocument/2006/relationships/font" Target="fonts/NotoNastaliqUrduMedium-bold.fntdata"/><Relationship Id="rId62" Type="http://schemas.openxmlformats.org/officeDocument/2006/relationships/font" Target="fonts/ArchivoSemiBold-boldItalic.fntdata"/><Relationship Id="rId61" Type="http://schemas.openxmlformats.org/officeDocument/2006/relationships/font" Target="fonts/ArchivoSemiBold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ArchivoSemiBold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IBMPlexSerifMedium-italic.fntdata"/><Relationship Id="rId50" Type="http://schemas.openxmlformats.org/officeDocument/2006/relationships/font" Target="fonts/IBMPlexSerifMedium-bold.fntdata"/><Relationship Id="rId53" Type="http://schemas.openxmlformats.org/officeDocument/2006/relationships/font" Target="fonts/NotoNastaliqUrdu-regular.fntdata"/><Relationship Id="rId52" Type="http://schemas.openxmlformats.org/officeDocument/2006/relationships/font" Target="fonts/IBMPlexSerifMedium-boldItalic.fntdata"/><Relationship Id="rId11" Type="http://schemas.openxmlformats.org/officeDocument/2006/relationships/slide" Target="slides/slide5.xml"/><Relationship Id="rId55" Type="http://schemas.openxmlformats.org/officeDocument/2006/relationships/font" Target="fonts/Archivo-regular.fntdata"/><Relationship Id="rId10" Type="http://schemas.openxmlformats.org/officeDocument/2006/relationships/slide" Target="slides/slide4.xml"/><Relationship Id="rId54" Type="http://schemas.openxmlformats.org/officeDocument/2006/relationships/font" Target="fonts/NotoNastaliqUrdu-bold.fntdata"/><Relationship Id="rId13" Type="http://schemas.openxmlformats.org/officeDocument/2006/relationships/slide" Target="slides/slide7.xml"/><Relationship Id="rId57" Type="http://schemas.openxmlformats.org/officeDocument/2006/relationships/font" Target="fonts/Archivo-italic.fntdata"/><Relationship Id="rId12" Type="http://schemas.openxmlformats.org/officeDocument/2006/relationships/slide" Target="slides/slide6.xml"/><Relationship Id="rId56" Type="http://schemas.openxmlformats.org/officeDocument/2006/relationships/font" Target="fonts/Archivo-bold.fntdata"/><Relationship Id="rId15" Type="http://schemas.openxmlformats.org/officeDocument/2006/relationships/slide" Target="slides/slide9.xml"/><Relationship Id="rId59" Type="http://schemas.openxmlformats.org/officeDocument/2006/relationships/font" Target="fonts/ArchivoSemiBold-regular.fntdata"/><Relationship Id="rId14" Type="http://schemas.openxmlformats.org/officeDocument/2006/relationships/slide" Target="slides/slide8.xml"/><Relationship Id="rId58" Type="http://schemas.openxmlformats.org/officeDocument/2006/relationships/font" Target="fonts/Archiv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18941d6360_0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18941d6360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18b636767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18b636767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18941d6360_0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18941d6360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18941d6360_0_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18941d6360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196538dca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196538dca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196538dca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196538dca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196538dca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196538dca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d610ed4b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2d610ed4b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d610ed4b3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d610ed4b3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d610ed4b3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2d610ed4b3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d610ed4b3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2d610ed4b3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d610ed4b3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2d610ed4b3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d610ed4b3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2d610ed4b3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d610ed4b34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2d610ed4b3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2d610ed4b34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2d610ed4b34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2d610ed4b34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2d610ed4b34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2d6253de9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2d6253de9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1a5313c40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1a5313c40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1a5313c40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1a5313c40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1a5313c40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1a5313c40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1a5313c40f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1a5313c40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1a5313c40f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1a5313c40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1a5313c40f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1a5313c40f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1a5313c40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1a5313c40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1a5313c40f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1a5313c40f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1a7c1a9a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1a7c1a9a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1a7c1a9a6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1a7c1a9a6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1a7c1a9a6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1a7c1a9a6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1a7c1a9a6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31a7c1a9a6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18941d6360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18941d6360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bg>
      <p:bgPr>
        <a:solidFill>
          <a:schemeClr val="lt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236850" y="2068225"/>
            <a:ext cx="8661300" cy="2851800"/>
          </a:xfrm>
          <a:prstGeom prst="roundRect">
            <a:avLst>
              <a:gd fmla="val 7221" name="adj"/>
            </a:avLst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390550" y="513788"/>
            <a:ext cx="8372700" cy="9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90550" y="1430263"/>
            <a:ext cx="83727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57" name="Google Shape;57;p14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>
            <p:ph type="title"/>
          </p:nvPr>
        </p:nvSpPr>
        <p:spPr>
          <a:xfrm>
            <a:off x="390550" y="575525"/>
            <a:ext cx="83727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597000" y="1740250"/>
            <a:ext cx="1987500" cy="6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2" type="subTitle"/>
          </p:nvPr>
        </p:nvSpPr>
        <p:spPr>
          <a:xfrm>
            <a:off x="2584500" y="1740250"/>
            <a:ext cx="1987500" cy="6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3" type="subTitle"/>
          </p:nvPr>
        </p:nvSpPr>
        <p:spPr>
          <a:xfrm>
            <a:off x="4572000" y="1740250"/>
            <a:ext cx="1987500" cy="6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4" type="subTitle"/>
          </p:nvPr>
        </p:nvSpPr>
        <p:spPr>
          <a:xfrm>
            <a:off x="6559500" y="1740250"/>
            <a:ext cx="1987500" cy="6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5" type="body"/>
          </p:nvPr>
        </p:nvSpPr>
        <p:spPr>
          <a:xfrm>
            <a:off x="597000" y="2357950"/>
            <a:ext cx="1987500" cy="19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6" type="body"/>
          </p:nvPr>
        </p:nvSpPr>
        <p:spPr>
          <a:xfrm>
            <a:off x="2584500" y="2357950"/>
            <a:ext cx="1987500" cy="19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7" type="body"/>
          </p:nvPr>
        </p:nvSpPr>
        <p:spPr>
          <a:xfrm>
            <a:off x="4572000" y="2357950"/>
            <a:ext cx="1987500" cy="19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8" type="body"/>
          </p:nvPr>
        </p:nvSpPr>
        <p:spPr>
          <a:xfrm>
            <a:off x="6559500" y="2357950"/>
            <a:ext cx="1987500" cy="19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cxnSp>
        <p:nvCxnSpPr>
          <p:cNvPr id="70" name="Google Shape;70;p15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15"/>
          <p:cNvSpPr txBox="1"/>
          <p:nvPr>
            <p:ph idx="9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ny Structure" type="tx">
  <p:cSld name="TITLE_AND_BODY">
    <p:bg>
      <p:bgPr>
        <a:solidFill>
          <a:schemeClr val="dk2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>
            <p:ph idx="2" type="pic"/>
          </p:nvPr>
        </p:nvSpPr>
        <p:spPr>
          <a:xfrm>
            <a:off x="887950" y="2076850"/>
            <a:ext cx="1536600" cy="20352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74" name="Google Shape;74;p16"/>
          <p:cNvSpPr/>
          <p:nvPr>
            <p:ph idx="3" type="pic"/>
          </p:nvPr>
        </p:nvSpPr>
        <p:spPr>
          <a:xfrm>
            <a:off x="2831750" y="2076850"/>
            <a:ext cx="1536600" cy="20352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75" name="Google Shape;75;p16"/>
          <p:cNvSpPr/>
          <p:nvPr>
            <p:ph idx="4" type="pic"/>
          </p:nvPr>
        </p:nvSpPr>
        <p:spPr>
          <a:xfrm>
            <a:off x="4775713" y="2076850"/>
            <a:ext cx="1536600" cy="20352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76" name="Google Shape;76;p16"/>
          <p:cNvSpPr/>
          <p:nvPr>
            <p:ph idx="5" type="pic"/>
          </p:nvPr>
        </p:nvSpPr>
        <p:spPr>
          <a:xfrm>
            <a:off x="6719663" y="2076850"/>
            <a:ext cx="1536600" cy="20352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77" name="Google Shape;77;p16"/>
          <p:cNvSpPr txBox="1"/>
          <p:nvPr>
            <p:ph type="title"/>
          </p:nvPr>
        </p:nvSpPr>
        <p:spPr>
          <a:xfrm>
            <a:off x="390550" y="575525"/>
            <a:ext cx="83727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1" type="subTitle"/>
          </p:nvPr>
        </p:nvSpPr>
        <p:spPr>
          <a:xfrm>
            <a:off x="390550" y="1430263"/>
            <a:ext cx="83727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6"/>
          <p:cNvSpPr txBox="1"/>
          <p:nvPr>
            <p:ph idx="6" type="subTitle"/>
          </p:nvPr>
        </p:nvSpPr>
        <p:spPr>
          <a:xfrm>
            <a:off x="887950" y="4112050"/>
            <a:ext cx="15366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idx="7" type="subTitle"/>
          </p:nvPr>
        </p:nvSpPr>
        <p:spPr>
          <a:xfrm>
            <a:off x="2831828" y="4112050"/>
            <a:ext cx="15366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8" type="subTitle"/>
          </p:nvPr>
        </p:nvSpPr>
        <p:spPr>
          <a:xfrm>
            <a:off x="4775719" y="4112050"/>
            <a:ext cx="15366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9" type="subTitle"/>
          </p:nvPr>
        </p:nvSpPr>
        <p:spPr>
          <a:xfrm>
            <a:off x="6719622" y="4112050"/>
            <a:ext cx="15366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cxnSp>
        <p:nvCxnSpPr>
          <p:cNvPr id="83" name="Google Shape;83;p16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dership" type="twoColTx">
  <p:cSld name="TITLE_AND_TWO_COLUMNS"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/>
          <p:nvPr/>
        </p:nvSpPr>
        <p:spPr>
          <a:xfrm>
            <a:off x="162975" y="142400"/>
            <a:ext cx="3911700" cy="48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erif"/>
              <a:ea typeface="IBM Plex Serif"/>
              <a:cs typeface="IBM Plex Serif"/>
              <a:sym typeface="IBM Plex Serif"/>
            </a:endParaRPr>
          </a:p>
        </p:txBody>
      </p:sp>
      <p:sp>
        <p:nvSpPr>
          <p:cNvPr id="87" name="Google Shape;87;p17"/>
          <p:cNvSpPr/>
          <p:nvPr>
            <p:ph idx="2" type="pic"/>
          </p:nvPr>
        </p:nvSpPr>
        <p:spPr>
          <a:xfrm>
            <a:off x="996550" y="874499"/>
            <a:ext cx="2244600" cy="3330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88" name="Google Shape;88;p17"/>
          <p:cNvSpPr txBox="1"/>
          <p:nvPr>
            <p:ph idx="1" type="subTitle"/>
          </p:nvPr>
        </p:nvSpPr>
        <p:spPr>
          <a:xfrm>
            <a:off x="4643075" y="1724013"/>
            <a:ext cx="39117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9pPr>
          </a:lstStyle>
          <a:p/>
        </p:txBody>
      </p:sp>
      <p:sp>
        <p:nvSpPr>
          <p:cNvPr id="89" name="Google Shape;89;p17"/>
          <p:cNvSpPr txBox="1"/>
          <p:nvPr>
            <p:ph idx="3" type="subTitle"/>
          </p:nvPr>
        </p:nvSpPr>
        <p:spPr>
          <a:xfrm>
            <a:off x="5622325" y="3180388"/>
            <a:ext cx="19770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s" type="titleOnly">
  <p:cSld name="TITLE_ONLY">
    <p:bg>
      <p:bgPr>
        <a:solidFill>
          <a:schemeClr val="dk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90550" y="1892825"/>
            <a:ext cx="83727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92" name="Google Shape;92;p18"/>
          <p:cNvSpPr txBox="1"/>
          <p:nvPr>
            <p:ph idx="1" type="subTitle"/>
          </p:nvPr>
        </p:nvSpPr>
        <p:spPr>
          <a:xfrm>
            <a:off x="390550" y="2747563"/>
            <a:ext cx="83727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93" name="Google Shape;93;p18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rs">
  <p:cSld name="ONE_COLUMN_TEXT"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90550" y="1281900"/>
            <a:ext cx="35430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90550" y="2425075"/>
            <a:ext cx="3543000" cy="19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cxnSp>
        <p:nvCxnSpPr>
          <p:cNvPr id="98" name="Google Shape;98;p19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vestors">
  <p:cSld name="MAIN_POINT">
    <p:bg>
      <p:bgPr>
        <a:solidFill>
          <a:schemeClr val="dk2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/>
          <p:nvPr>
            <p:ph idx="2" type="pic"/>
          </p:nvPr>
        </p:nvSpPr>
        <p:spPr>
          <a:xfrm>
            <a:off x="4644325" y="1140011"/>
            <a:ext cx="1929900" cy="2863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02" name="Google Shape;102;p20"/>
          <p:cNvSpPr/>
          <p:nvPr>
            <p:ph idx="3" type="pic"/>
          </p:nvPr>
        </p:nvSpPr>
        <p:spPr>
          <a:xfrm>
            <a:off x="6833350" y="1140011"/>
            <a:ext cx="1929900" cy="2863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03" name="Google Shape;103;p20"/>
          <p:cNvSpPr txBox="1"/>
          <p:nvPr>
            <p:ph type="title"/>
          </p:nvPr>
        </p:nvSpPr>
        <p:spPr>
          <a:xfrm>
            <a:off x="390550" y="1436463"/>
            <a:ext cx="35430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90550" y="2579638"/>
            <a:ext cx="3543000" cy="11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5" name="Google Shape;105;p20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act Sheet">
  <p:cSld name="SECTION_TITLE_AND_DESCRIPTION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/>
          <p:nvPr/>
        </p:nvSpPr>
        <p:spPr>
          <a:xfrm>
            <a:off x="5064475" y="142400"/>
            <a:ext cx="3911700" cy="48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erif"/>
              <a:ea typeface="IBM Plex Serif"/>
              <a:cs typeface="IBM Plex Serif"/>
              <a:sym typeface="IBM Plex Serif"/>
            </a:endParaRPr>
          </a:p>
        </p:txBody>
      </p:sp>
      <p:sp>
        <p:nvSpPr>
          <p:cNvPr id="109" name="Google Shape;109;p21"/>
          <p:cNvSpPr/>
          <p:nvPr>
            <p:ph idx="2" type="pic"/>
          </p:nvPr>
        </p:nvSpPr>
        <p:spPr>
          <a:xfrm>
            <a:off x="5898050" y="874499"/>
            <a:ext cx="2244600" cy="3330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10" name="Google Shape;110;p21"/>
          <p:cNvSpPr txBox="1"/>
          <p:nvPr>
            <p:ph type="title"/>
          </p:nvPr>
        </p:nvSpPr>
        <p:spPr>
          <a:xfrm>
            <a:off x="390550" y="421400"/>
            <a:ext cx="4109400" cy="11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111" name="Google Shape;111;p21"/>
          <p:cNvSpPr txBox="1"/>
          <p:nvPr>
            <p:ph idx="1" type="subTitle"/>
          </p:nvPr>
        </p:nvSpPr>
        <p:spPr>
          <a:xfrm>
            <a:off x="390550" y="1513075"/>
            <a:ext cx="33063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9pPr>
          </a:lstStyle>
          <a:p/>
        </p:txBody>
      </p:sp>
      <p:sp>
        <p:nvSpPr>
          <p:cNvPr id="112" name="Google Shape;112;p21"/>
          <p:cNvSpPr txBox="1"/>
          <p:nvPr>
            <p:ph idx="3" type="subTitle"/>
          </p:nvPr>
        </p:nvSpPr>
        <p:spPr>
          <a:xfrm>
            <a:off x="390550" y="2366888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13" name="Google Shape;113;p21"/>
          <p:cNvSpPr txBox="1"/>
          <p:nvPr>
            <p:ph idx="4" type="subTitle"/>
          </p:nvPr>
        </p:nvSpPr>
        <p:spPr>
          <a:xfrm>
            <a:off x="2595025" y="2366888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14" name="Google Shape;114;p21"/>
          <p:cNvSpPr txBox="1"/>
          <p:nvPr>
            <p:ph idx="5" type="body"/>
          </p:nvPr>
        </p:nvSpPr>
        <p:spPr>
          <a:xfrm>
            <a:off x="390550" y="2870000"/>
            <a:ext cx="19770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6" type="body"/>
          </p:nvPr>
        </p:nvSpPr>
        <p:spPr>
          <a:xfrm>
            <a:off x="2595025" y="2870000"/>
            <a:ext cx="19770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16" name="Google Shape;116;p21"/>
          <p:cNvSpPr txBox="1"/>
          <p:nvPr>
            <p:ph idx="7" type="subTitle"/>
          </p:nvPr>
        </p:nvSpPr>
        <p:spPr>
          <a:xfrm>
            <a:off x="390550" y="3612863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8" type="subTitle"/>
          </p:nvPr>
        </p:nvSpPr>
        <p:spPr>
          <a:xfrm>
            <a:off x="2595025" y="3612863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18" name="Google Shape;118;p21"/>
          <p:cNvSpPr txBox="1"/>
          <p:nvPr>
            <p:ph idx="9" type="body"/>
          </p:nvPr>
        </p:nvSpPr>
        <p:spPr>
          <a:xfrm>
            <a:off x="390550" y="4115975"/>
            <a:ext cx="19770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19" name="Google Shape;119;p21"/>
          <p:cNvSpPr txBox="1"/>
          <p:nvPr>
            <p:ph idx="13" type="body"/>
          </p:nvPr>
        </p:nvSpPr>
        <p:spPr>
          <a:xfrm>
            <a:off x="2595025" y="4115975"/>
            <a:ext cx="19770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ssion">
  <p:cSld name="CAPTION_ONLY">
    <p:bg>
      <p:bgPr>
        <a:solidFill>
          <a:schemeClr val="lt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22"/>
          <p:cNvSpPr txBox="1"/>
          <p:nvPr>
            <p:ph idx="1" type="subTitle"/>
          </p:nvPr>
        </p:nvSpPr>
        <p:spPr>
          <a:xfrm>
            <a:off x="4217250" y="873788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23" name="Google Shape;123;p22"/>
          <p:cNvSpPr txBox="1"/>
          <p:nvPr>
            <p:ph idx="2" type="subTitle"/>
          </p:nvPr>
        </p:nvSpPr>
        <p:spPr>
          <a:xfrm>
            <a:off x="6421725" y="873788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24" name="Google Shape;124;p22"/>
          <p:cNvSpPr txBox="1"/>
          <p:nvPr>
            <p:ph idx="3" type="body"/>
          </p:nvPr>
        </p:nvSpPr>
        <p:spPr>
          <a:xfrm>
            <a:off x="4217250" y="1376900"/>
            <a:ext cx="19770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" name="Google Shape;125;p22"/>
          <p:cNvSpPr txBox="1"/>
          <p:nvPr>
            <p:ph idx="4" type="body"/>
          </p:nvPr>
        </p:nvSpPr>
        <p:spPr>
          <a:xfrm>
            <a:off x="6421725" y="1376900"/>
            <a:ext cx="19770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22"/>
          <p:cNvSpPr txBox="1"/>
          <p:nvPr>
            <p:ph idx="5" type="subTitle"/>
          </p:nvPr>
        </p:nvSpPr>
        <p:spPr>
          <a:xfrm>
            <a:off x="4217250" y="2119763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27" name="Google Shape;127;p22"/>
          <p:cNvSpPr txBox="1"/>
          <p:nvPr>
            <p:ph idx="6" type="subTitle"/>
          </p:nvPr>
        </p:nvSpPr>
        <p:spPr>
          <a:xfrm>
            <a:off x="6421725" y="2119763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28" name="Google Shape;128;p22"/>
          <p:cNvSpPr txBox="1"/>
          <p:nvPr>
            <p:ph idx="7" type="body"/>
          </p:nvPr>
        </p:nvSpPr>
        <p:spPr>
          <a:xfrm>
            <a:off x="4217250" y="2622875"/>
            <a:ext cx="19770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" name="Google Shape;129;p22"/>
          <p:cNvSpPr txBox="1"/>
          <p:nvPr>
            <p:ph idx="8" type="body"/>
          </p:nvPr>
        </p:nvSpPr>
        <p:spPr>
          <a:xfrm>
            <a:off x="6421725" y="2622875"/>
            <a:ext cx="19770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" name="Google Shape;130;p22"/>
          <p:cNvSpPr txBox="1"/>
          <p:nvPr>
            <p:ph idx="9" type="subTitle"/>
          </p:nvPr>
        </p:nvSpPr>
        <p:spPr>
          <a:xfrm>
            <a:off x="4217250" y="3365738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13" type="subTitle"/>
          </p:nvPr>
        </p:nvSpPr>
        <p:spPr>
          <a:xfrm>
            <a:off x="6421725" y="3365738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32" name="Google Shape;132;p22"/>
          <p:cNvSpPr txBox="1"/>
          <p:nvPr>
            <p:ph idx="14" type="body"/>
          </p:nvPr>
        </p:nvSpPr>
        <p:spPr>
          <a:xfrm>
            <a:off x="4217250" y="3868850"/>
            <a:ext cx="19770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idx="15" type="body"/>
          </p:nvPr>
        </p:nvSpPr>
        <p:spPr>
          <a:xfrm>
            <a:off x="6421725" y="3868850"/>
            <a:ext cx="19770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22"/>
          <p:cNvSpPr txBox="1"/>
          <p:nvPr>
            <p:ph type="title"/>
          </p:nvPr>
        </p:nvSpPr>
        <p:spPr>
          <a:xfrm>
            <a:off x="390550" y="2087700"/>
            <a:ext cx="34299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cxnSp>
        <p:nvCxnSpPr>
          <p:cNvPr id="135" name="Google Shape;135;p22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" name="Google Shape;136;p22"/>
          <p:cNvSpPr txBox="1"/>
          <p:nvPr>
            <p:ph idx="16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story">
  <p:cSld name="BIG_NUMBER"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/>
          <p:nvPr/>
        </p:nvSpPr>
        <p:spPr>
          <a:xfrm>
            <a:off x="162975" y="142400"/>
            <a:ext cx="3911700" cy="48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erif"/>
              <a:ea typeface="IBM Plex Serif"/>
              <a:cs typeface="IBM Plex Serif"/>
              <a:sym typeface="IBM Plex Serif"/>
            </a:endParaRPr>
          </a:p>
        </p:txBody>
      </p:sp>
      <p:sp>
        <p:nvSpPr>
          <p:cNvPr id="139" name="Google Shape;139;p23"/>
          <p:cNvSpPr/>
          <p:nvPr>
            <p:ph idx="2" type="pic"/>
          </p:nvPr>
        </p:nvSpPr>
        <p:spPr>
          <a:xfrm>
            <a:off x="996550" y="874499"/>
            <a:ext cx="2244600" cy="3330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0" name="Google Shape;140;p23"/>
          <p:cNvSpPr txBox="1"/>
          <p:nvPr>
            <p:ph type="title"/>
          </p:nvPr>
        </p:nvSpPr>
        <p:spPr>
          <a:xfrm>
            <a:off x="4565075" y="316525"/>
            <a:ext cx="4109400" cy="11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141" name="Google Shape;141;p23"/>
          <p:cNvSpPr txBox="1"/>
          <p:nvPr>
            <p:ph idx="1" type="subTitle"/>
          </p:nvPr>
        </p:nvSpPr>
        <p:spPr>
          <a:xfrm>
            <a:off x="4565075" y="1623575"/>
            <a:ext cx="41094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42" name="Google Shape;142;p23"/>
          <p:cNvSpPr txBox="1"/>
          <p:nvPr>
            <p:ph idx="3" type="body"/>
          </p:nvPr>
        </p:nvSpPr>
        <p:spPr>
          <a:xfrm>
            <a:off x="4565075" y="2126675"/>
            <a:ext cx="4109400" cy="1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43" name="Google Shape;143;p23"/>
          <p:cNvSpPr txBox="1"/>
          <p:nvPr>
            <p:ph idx="4" type="subTitle"/>
          </p:nvPr>
        </p:nvSpPr>
        <p:spPr>
          <a:xfrm>
            <a:off x="4565075" y="3225275"/>
            <a:ext cx="41094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44" name="Google Shape;144;p23"/>
          <p:cNvSpPr txBox="1"/>
          <p:nvPr>
            <p:ph idx="5" type="body"/>
          </p:nvPr>
        </p:nvSpPr>
        <p:spPr>
          <a:xfrm>
            <a:off x="4565075" y="3728375"/>
            <a:ext cx="4109400" cy="1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allery" type="blank">
  <p:cSld name="BLANK"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/>
          <p:nvPr>
            <p:ph idx="2" type="pic"/>
          </p:nvPr>
        </p:nvSpPr>
        <p:spPr>
          <a:xfrm>
            <a:off x="390550" y="516500"/>
            <a:ext cx="2736000" cy="4502100"/>
          </a:xfrm>
          <a:prstGeom prst="roundRect">
            <a:avLst>
              <a:gd fmla="val 4168" name="adj"/>
            </a:avLst>
          </a:prstGeom>
          <a:noFill/>
          <a:ln>
            <a:noFill/>
          </a:ln>
        </p:spPr>
      </p:sp>
      <p:sp>
        <p:nvSpPr>
          <p:cNvPr id="147" name="Google Shape;147;p24"/>
          <p:cNvSpPr/>
          <p:nvPr>
            <p:ph idx="3" type="pic"/>
          </p:nvPr>
        </p:nvSpPr>
        <p:spPr>
          <a:xfrm>
            <a:off x="3208850" y="516500"/>
            <a:ext cx="2736000" cy="2183400"/>
          </a:xfrm>
          <a:prstGeom prst="roundRect">
            <a:avLst>
              <a:gd fmla="val 4168" name="adj"/>
            </a:avLst>
          </a:prstGeom>
          <a:noFill/>
          <a:ln>
            <a:noFill/>
          </a:ln>
        </p:spPr>
      </p:sp>
      <p:sp>
        <p:nvSpPr>
          <p:cNvPr id="148" name="Google Shape;148;p24"/>
          <p:cNvSpPr/>
          <p:nvPr>
            <p:ph idx="4" type="pic"/>
          </p:nvPr>
        </p:nvSpPr>
        <p:spPr>
          <a:xfrm>
            <a:off x="3208850" y="2786900"/>
            <a:ext cx="2736000" cy="2231700"/>
          </a:xfrm>
          <a:prstGeom prst="roundRect">
            <a:avLst>
              <a:gd fmla="val 4168" name="adj"/>
            </a:avLst>
          </a:prstGeom>
          <a:noFill/>
          <a:ln>
            <a:noFill/>
          </a:ln>
        </p:spPr>
      </p:sp>
      <p:sp>
        <p:nvSpPr>
          <p:cNvPr id="149" name="Google Shape;149;p24"/>
          <p:cNvSpPr/>
          <p:nvPr>
            <p:ph idx="5" type="pic"/>
          </p:nvPr>
        </p:nvSpPr>
        <p:spPr>
          <a:xfrm>
            <a:off x="6027150" y="2174900"/>
            <a:ext cx="2736000" cy="2843700"/>
          </a:xfrm>
          <a:prstGeom prst="roundRect">
            <a:avLst>
              <a:gd fmla="val 4168" name="adj"/>
            </a:avLst>
          </a:prstGeom>
          <a:noFill/>
          <a:ln>
            <a:noFill/>
          </a:ln>
        </p:spPr>
      </p:sp>
      <p:sp>
        <p:nvSpPr>
          <p:cNvPr id="150" name="Google Shape;150;p24"/>
          <p:cNvSpPr/>
          <p:nvPr>
            <p:ph idx="6" type="pic"/>
          </p:nvPr>
        </p:nvSpPr>
        <p:spPr>
          <a:xfrm>
            <a:off x="6027150" y="516500"/>
            <a:ext cx="2736000" cy="1566300"/>
          </a:xfrm>
          <a:prstGeom prst="roundRect">
            <a:avLst>
              <a:gd fmla="val 4168" name="adj"/>
            </a:avLst>
          </a:prstGeom>
          <a:noFill/>
          <a:ln>
            <a:noFill/>
          </a:ln>
        </p:spPr>
      </p:sp>
      <p:sp>
        <p:nvSpPr>
          <p:cNvPr id="151" name="Google Shape;151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2" name="Google Shape;152;p24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" name="Google Shape;153;p24"/>
          <p:cNvSpPr txBox="1"/>
          <p:nvPr>
            <p:ph idx="7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Divider">
  <p:cSld name="TITLE_1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/>
          <p:nvPr>
            <p:ph idx="2" type="pic"/>
          </p:nvPr>
        </p:nvSpPr>
        <p:spPr>
          <a:xfrm>
            <a:off x="161800" y="148200"/>
            <a:ext cx="8830200" cy="4118700"/>
          </a:xfrm>
          <a:prstGeom prst="roundRect">
            <a:avLst>
              <a:gd fmla="val 4111" name="adj"/>
            </a:avLst>
          </a:prstGeom>
          <a:noFill/>
          <a:ln>
            <a:noFill/>
          </a:ln>
        </p:spPr>
      </p:sp>
      <p:sp>
        <p:nvSpPr>
          <p:cNvPr id="156" name="Google Shape;156;p25"/>
          <p:cNvSpPr txBox="1"/>
          <p:nvPr>
            <p:ph idx="1" type="subTitle"/>
          </p:nvPr>
        </p:nvSpPr>
        <p:spPr>
          <a:xfrm>
            <a:off x="156900" y="4448550"/>
            <a:ext cx="88302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duct">
  <p:cSld name="CUSTOM">
    <p:bg>
      <p:bgPr>
        <a:solidFill>
          <a:schemeClr val="lt2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/>
          <p:nvPr>
            <p:ph idx="2" type="pic"/>
          </p:nvPr>
        </p:nvSpPr>
        <p:spPr>
          <a:xfrm>
            <a:off x="4572100" y="194400"/>
            <a:ext cx="4368600" cy="4754700"/>
          </a:xfrm>
          <a:prstGeom prst="roundRect">
            <a:avLst>
              <a:gd fmla="val 3533" name="adj"/>
            </a:avLst>
          </a:prstGeom>
          <a:noFill/>
          <a:ln>
            <a:noFill/>
          </a:ln>
        </p:spPr>
      </p:sp>
      <p:sp>
        <p:nvSpPr>
          <p:cNvPr id="159" name="Google Shape;159;p26"/>
          <p:cNvSpPr txBox="1"/>
          <p:nvPr>
            <p:ph idx="1" type="subTitle"/>
          </p:nvPr>
        </p:nvSpPr>
        <p:spPr>
          <a:xfrm>
            <a:off x="391925" y="2038075"/>
            <a:ext cx="37374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9pPr>
          </a:lstStyle>
          <a:p/>
        </p:txBody>
      </p:sp>
      <p:sp>
        <p:nvSpPr>
          <p:cNvPr id="160" name="Google Shape;160;p26"/>
          <p:cNvSpPr txBox="1"/>
          <p:nvPr>
            <p:ph idx="3" type="subTitle"/>
          </p:nvPr>
        </p:nvSpPr>
        <p:spPr>
          <a:xfrm>
            <a:off x="1272125" y="3330763"/>
            <a:ext cx="19770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s Kit">
  <p:cSld name="CUSTOM_1"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/>
          <p:nvPr>
            <p:ph idx="2" type="pic"/>
          </p:nvPr>
        </p:nvSpPr>
        <p:spPr>
          <a:xfrm>
            <a:off x="236850" y="2068225"/>
            <a:ext cx="8661300" cy="2851800"/>
          </a:xfrm>
          <a:prstGeom prst="roundRect">
            <a:avLst>
              <a:gd fmla="val 7221" name="adj"/>
            </a:avLst>
          </a:prstGeom>
          <a:noFill/>
          <a:ln>
            <a:noFill/>
          </a:ln>
        </p:spPr>
      </p:sp>
      <p:sp>
        <p:nvSpPr>
          <p:cNvPr id="163" name="Google Shape;163;p27"/>
          <p:cNvSpPr txBox="1"/>
          <p:nvPr>
            <p:ph idx="1" type="subTitle"/>
          </p:nvPr>
        </p:nvSpPr>
        <p:spPr>
          <a:xfrm>
            <a:off x="390550" y="630775"/>
            <a:ext cx="22662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64" name="Google Shape;164;p27"/>
          <p:cNvSpPr txBox="1"/>
          <p:nvPr>
            <p:ph idx="3" type="body"/>
          </p:nvPr>
        </p:nvSpPr>
        <p:spPr>
          <a:xfrm>
            <a:off x="390550" y="1133875"/>
            <a:ext cx="22662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65" name="Google Shape;165;p27"/>
          <p:cNvSpPr txBox="1"/>
          <p:nvPr>
            <p:ph idx="4" type="subTitle"/>
          </p:nvPr>
        </p:nvSpPr>
        <p:spPr>
          <a:xfrm>
            <a:off x="3434400" y="630775"/>
            <a:ext cx="22662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66" name="Google Shape;166;p27"/>
          <p:cNvSpPr txBox="1"/>
          <p:nvPr>
            <p:ph idx="5" type="body"/>
          </p:nvPr>
        </p:nvSpPr>
        <p:spPr>
          <a:xfrm>
            <a:off x="3434400" y="1133875"/>
            <a:ext cx="22662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67" name="Google Shape;167;p27"/>
          <p:cNvSpPr txBox="1"/>
          <p:nvPr>
            <p:ph idx="6" type="subTitle"/>
          </p:nvPr>
        </p:nvSpPr>
        <p:spPr>
          <a:xfrm>
            <a:off x="6478250" y="630775"/>
            <a:ext cx="22662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68" name="Google Shape;168;p27"/>
          <p:cNvSpPr txBox="1"/>
          <p:nvPr>
            <p:ph idx="7" type="body"/>
          </p:nvPr>
        </p:nvSpPr>
        <p:spPr>
          <a:xfrm>
            <a:off x="6478250" y="1133875"/>
            <a:ext cx="22662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69" name="Google Shape;169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0" name="Google Shape;170;p27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27"/>
          <p:cNvSpPr txBox="1"/>
          <p:nvPr>
            <p:ph idx="8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ntact">
  <p:cSld name="CUSTOM_2"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/>
          <p:nvPr>
            <p:ph idx="2" type="pic"/>
          </p:nvPr>
        </p:nvSpPr>
        <p:spPr>
          <a:xfrm>
            <a:off x="3753475" y="661550"/>
            <a:ext cx="1101900" cy="1323300"/>
          </a:xfrm>
          <a:prstGeom prst="roundRect">
            <a:avLst>
              <a:gd fmla="val 49883" name="adj"/>
            </a:avLst>
          </a:prstGeom>
          <a:noFill/>
          <a:ln>
            <a:noFill/>
          </a:ln>
        </p:spPr>
      </p:sp>
      <p:sp>
        <p:nvSpPr>
          <p:cNvPr id="174" name="Google Shape;174;p28"/>
          <p:cNvSpPr/>
          <p:nvPr>
            <p:ph idx="3" type="pic"/>
          </p:nvPr>
        </p:nvSpPr>
        <p:spPr>
          <a:xfrm>
            <a:off x="5593875" y="661550"/>
            <a:ext cx="1101900" cy="1323300"/>
          </a:xfrm>
          <a:prstGeom prst="roundRect">
            <a:avLst>
              <a:gd fmla="val 49883" name="adj"/>
            </a:avLst>
          </a:prstGeom>
          <a:noFill/>
          <a:ln>
            <a:noFill/>
          </a:ln>
        </p:spPr>
      </p:sp>
      <p:sp>
        <p:nvSpPr>
          <p:cNvPr id="175" name="Google Shape;175;p28"/>
          <p:cNvSpPr/>
          <p:nvPr>
            <p:ph idx="4" type="pic"/>
          </p:nvPr>
        </p:nvSpPr>
        <p:spPr>
          <a:xfrm>
            <a:off x="7434275" y="661550"/>
            <a:ext cx="1101900" cy="1323300"/>
          </a:xfrm>
          <a:prstGeom prst="roundRect">
            <a:avLst>
              <a:gd fmla="val 49883" name="adj"/>
            </a:avLst>
          </a:prstGeom>
          <a:noFill/>
          <a:ln>
            <a:noFill/>
          </a:ln>
        </p:spPr>
      </p:sp>
      <p:sp>
        <p:nvSpPr>
          <p:cNvPr id="176" name="Google Shape;176;p28"/>
          <p:cNvSpPr/>
          <p:nvPr>
            <p:ph idx="5" type="pic"/>
          </p:nvPr>
        </p:nvSpPr>
        <p:spPr>
          <a:xfrm>
            <a:off x="3753475" y="2823850"/>
            <a:ext cx="1101900" cy="1323300"/>
          </a:xfrm>
          <a:prstGeom prst="roundRect">
            <a:avLst>
              <a:gd fmla="val 49883" name="adj"/>
            </a:avLst>
          </a:prstGeom>
          <a:noFill/>
          <a:ln>
            <a:noFill/>
          </a:ln>
        </p:spPr>
      </p:sp>
      <p:sp>
        <p:nvSpPr>
          <p:cNvPr id="177" name="Google Shape;177;p28"/>
          <p:cNvSpPr/>
          <p:nvPr>
            <p:ph idx="6" type="pic"/>
          </p:nvPr>
        </p:nvSpPr>
        <p:spPr>
          <a:xfrm>
            <a:off x="5593875" y="2823850"/>
            <a:ext cx="1101900" cy="1323300"/>
          </a:xfrm>
          <a:prstGeom prst="roundRect">
            <a:avLst>
              <a:gd fmla="val 49883" name="adj"/>
            </a:avLst>
          </a:prstGeom>
          <a:noFill/>
          <a:ln>
            <a:noFill/>
          </a:ln>
        </p:spPr>
      </p:sp>
      <p:sp>
        <p:nvSpPr>
          <p:cNvPr id="178" name="Google Shape;178;p28"/>
          <p:cNvSpPr/>
          <p:nvPr>
            <p:ph idx="7" type="pic"/>
          </p:nvPr>
        </p:nvSpPr>
        <p:spPr>
          <a:xfrm>
            <a:off x="7434275" y="2823850"/>
            <a:ext cx="1101900" cy="1323300"/>
          </a:xfrm>
          <a:prstGeom prst="roundRect">
            <a:avLst>
              <a:gd fmla="val 49883" name="adj"/>
            </a:avLst>
          </a:prstGeom>
          <a:noFill/>
          <a:ln>
            <a:noFill/>
          </a:ln>
        </p:spPr>
      </p:sp>
      <p:sp>
        <p:nvSpPr>
          <p:cNvPr id="179" name="Google Shape;179;p28"/>
          <p:cNvSpPr/>
          <p:nvPr>
            <p:ph idx="8" type="pic"/>
          </p:nvPr>
        </p:nvSpPr>
        <p:spPr>
          <a:xfrm>
            <a:off x="390550" y="661550"/>
            <a:ext cx="2726400" cy="4131300"/>
          </a:xfrm>
          <a:prstGeom prst="roundRect">
            <a:avLst>
              <a:gd fmla="val 49883" name="adj"/>
            </a:avLst>
          </a:prstGeom>
          <a:noFill/>
          <a:ln>
            <a:noFill/>
          </a:ln>
        </p:spPr>
      </p:sp>
      <p:sp>
        <p:nvSpPr>
          <p:cNvPr id="180" name="Google Shape;180;p28"/>
          <p:cNvSpPr txBox="1"/>
          <p:nvPr>
            <p:ph idx="1" type="subTitle"/>
          </p:nvPr>
        </p:nvSpPr>
        <p:spPr>
          <a:xfrm>
            <a:off x="3541225" y="2028625"/>
            <a:ext cx="15264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9" type="body"/>
          </p:nvPr>
        </p:nvSpPr>
        <p:spPr>
          <a:xfrm>
            <a:off x="3541225" y="2421825"/>
            <a:ext cx="1526400" cy="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82" name="Google Shape;182;p28"/>
          <p:cNvSpPr txBox="1"/>
          <p:nvPr>
            <p:ph idx="13" type="subTitle"/>
          </p:nvPr>
        </p:nvSpPr>
        <p:spPr>
          <a:xfrm>
            <a:off x="5381625" y="2028625"/>
            <a:ext cx="15264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83" name="Google Shape;183;p28"/>
          <p:cNvSpPr txBox="1"/>
          <p:nvPr>
            <p:ph idx="14" type="body"/>
          </p:nvPr>
        </p:nvSpPr>
        <p:spPr>
          <a:xfrm>
            <a:off x="5381625" y="2421825"/>
            <a:ext cx="1526400" cy="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84" name="Google Shape;184;p28"/>
          <p:cNvSpPr txBox="1"/>
          <p:nvPr>
            <p:ph idx="15" type="subTitle"/>
          </p:nvPr>
        </p:nvSpPr>
        <p:spPr>
          <a:xfrm>
            <a:off x="7222025" y="2028625"/>
            <a:ext cx="15264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85" name="Google Shape;185;p28"/>
          <p:cNvSpPr txBox="1"/>
          <p:nvPr>
            <p:ph idx="16" type="body"/>
          </p:nvPr>
        </p:nvSpPr>
        <p:spPr>
          <a:xfrm>
            <a:off x="7222025" y="2421825"/>
            <a:ext cx="1526400" cy="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86" name="Google Shape;186;p28"/>
          <p:cNvSpPr txBox="1"/>
          <p:nvPr>
            <p:ph idx="17" type="subTitle"/>
          </p:nvPr>
        </p:nvSpPr>
        <p:spPr>
          <a:xfrm>
            <a:off x="3541225" y="4182025"/>
            <a:ext cx="15264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87" name="Google Shape;187;p28"/>
          <p:cNvSpPr txBox="1"/>
          <p:nvPr>
            <p:ph idx="18" type="body"/>
          </p:nvPr>
        </p:nvSpPr>
        <p:spPr>
          <a:xfrm>
            <a:off x="3541225" y="4575225"/>
            <a:ext cx="1526400" cy="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88" name="Google Shape;188;p28"/>
          <p:cNvSpPr txBox="1"/>
          <p:nvPr>
            <p:ph idx="19" type="subTitle"/>
          </p:nvPr>
        </p:nvSpPr>
        <p:spPr>
          <a:xfrm>
            <a:off x="5381625" y="4182025"/>
            <a:ext cx="15264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89" name="Google Shape;189;p28"/>
          <p:cNvSpPr txBox="1"/>
          <p:nvPr>
            <p:ph idx="20" type="body"/>
          </p:nvPr>
        </p:nvSpPr>
        <p:spPr>
          <a:xfrm>
            <a:off x="5381625" y="4575225"/>
            <a:ext cx="1526400" cy="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90" name="Google Shape;190;p28"/>
          <p:cNvSpPr txBox="1"/>
          <p:nvPr>
            <p:ph idx="21" type="subTitle"/>
          </p:nvPr>
        </p:nvSpPr>
        <p:spPr>
          <a:xfrm>
            <a:off x="7222025" y="4182025"/>
            <a:ext cx="15264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91" name="Google Shape;191;p28"/>
          <p:cNvSpPr txBox="1"/>
          <p:nvPr>
            <p:ph idx="22" type="body"/>
          </p:nvPr>
        </p:nvSpPr>
        <p:spPr>
          <a:xfrm>
            <a:off x="7222025" y="4575225"/>
            <a:ext cx="1526400" cy="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92" name="Google Shape;192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93" name="Google Shape;193;p28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" name="Google Shape;194;p28"/>
          <p:cNvSpPr txBox="1"/>
          <p:nvPr>
            <p:ph idx="23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eers">
  <p:cSld name="CUSTOM_3">
    <p:bg>
      <p:bgPr>
        <a:solidFill>
          <a:schemeClr val="lt2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>
            <p:ph idx="1" type="subTitle"/>
          </p:nvPr>
        </p:nvSpPr>
        <p:spPr>
          <a:xfrm>
            <a:off x="6892900" y="630775"/>
            <a:ext cx="17487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97" name="Google Shape;197;p29"/>
          <p:cNvSpPr txBox="1"/>
          <p:nvPr>
            <p:ph idx="2" type="body"/>
          </p:nvPr>
        </p:nvSpPr>
        <p:spPr>
          <a:xfrm>
            <a:off x="6892900" y="1133875"/>
            <a:ext cx="17487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8" name="Google Shape;198;p29"/>
          <p:cNvSpPr txBox="1"/>
          <p:nvPr>
            <p:ph idx="3" type="subTitle"/>
          </p:nvPr>
        </p:nvSpPr>
        <p:spPr>
          <a:xfrm>
            <a:off x="4747750" y="630775"/>
            <a:ext cx="17487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99" name="Google Shape;199;p29"/>
          <p:cNvSpPr txBox="1"/>
          <p:nvPr>
            <p:ph idx="4" type="body"/>
          </p:nvPr>
        </p:nvSpPr>
        <p:spPr>
          <a:xfrm>
            <a:off x="4747750" y="1133875"/>
            <a:ext cx="17487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0" name="Google Shape;200;p29"/>
          <p:cNvSpPr/>
          <p:nvPr>
            <p:ph idx="5" type="pic"/>
          </p:nvPr>
        </p:nvSpPr>
        <p:spPr>
          <a:xfrm>
            <a:off x="457550" y="2136050"/>
            <a:ext cx="1748700" cy="2316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01" name="Google Shape;201;p29"/>
          <p:cNvSpPr/>
          <p:nvPr>
            <p:ph idx="6" type="pic"/>
          </p:nvPr>
        </p:nvSpPr>
        <p:spPr>
          <a:xfrm>
            <a:off x="2602596" y="2136050"/>
            <a:ext cx="1748700" cy="2316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02" name="Google Shape;202;p29"/>
          <p:cNvSpPr/>
          <p:nvPr>
            <p:ph idx="7" type="pic"/>
          </p:nvPr>
        </p:nvSpPr>
        <p:spPr>
          <a:xfrm>
            <a:off x="4747696" y="2136050"/>
            <a:ext cx="1748700" cy="2316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03" name="Google Shape;203;p29"/>
          <p:cNvSpPr/>
          <p:nvPr>
            <p:ph idx="8" type="pic"/>
          </p:nvPr>
        </p:nvSpPr>
        <p:spPr>
          <a:xfrm>
            <a:off x="6892796" y="2136050"/>
            <a:ext cx="1748700" cy="2316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04" name="Google Shape;204;p29"/>
          <p:cNvSpPr txBox="1"/>
          <p:nvPr>
            <p:ph idx="9" type="subTitle"/>
          </p:nvPr>
        </p:nvSpPr>
        <p:spPr>
          <a:xfrm>
            <a:off x="457450" y="630775"/>
            <a:ext cx="17487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205" name="Google Shape;205;p29"/>
          <p:cNvSpPr txBox="1"/>
          <p:nvPr>
            <p:ph idx="13" type="body"/>
          </p:nvPr>
        </p:nvSpPr>
        <p:spPr>
          <a:xfrm>
            <a:off x="457450" y="1133875"/>
            <a:ext cx="17487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6" name="Google Shape;206;p29"/>
          <p:cNvSpPr txBox="1"/>
          <p:nvPr>
            <p:ph idx="14" type="subTitle"/>
          </p:nvPr>
        </p:nvSpPr>
        <p:spPr>
          <a:xfrm>
            <a:off x="2602600" y="630775"/>
            <a:ext cx="17487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207" name="Google Shape;207;p29"/>
          <p:cNvSpPr txBox="1"/>
          <p:nvPr>
            <p:ph idx="15" type="body"/>
          </p:nvPr>
        </p:nvSpPr>
        <p:spPr>
          <a:xfrm>
            <a:off x="2602600" y="1133875"/>
            <a:ext cx="17487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8" name="Google Shape;208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9" name="Google Shape;209;p29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29"/>
          <p:cNvSpPr txBox="1"/>
          <p:nvPr>
            <p:ph idx="16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ognition">
  <p:cSld name="CUSTOM_4">
    <p:bg>
      <p:bgPr>
        <a:solidFill>
          <a:schemeClr val="lt2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" name="Google Shape;212;p30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5" name="Google Shape;215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6" name="Google Shape;21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9" name="Google Shape;21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3" name="Google Shape;22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7" name="Google Shape;227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8" name="Google Shape;22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4" name="Google Shape;234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5" name="Google Shape;23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8" name="Google Shape;23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erif"/>
              <a:ea typeface="IBM Plex Serif"/>
              <a:cs typeface="IBM Plex Serif"/>
              <a:sym typeface="IBM Plex Serif"/>
            </a:endParaRPr>
          </a:p>
        </p:txBody>
      </p:sp>
      <p:sp>
        <p:nvSpPr>
          <p:cNvPr id="241" name="Google Shape;241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2" name="Google Shape;242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3" name="Google Shape;243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4" name="Google Shape;24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  <p:sp>
        <p:nvSpPr>
          <p:cNvPr id="247" name="Google Shape;247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0" name="Google Shape;250;p4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1" name="Google Shape;25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4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8" name="Google Shape;258;p4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9" name="Google Shape;259;p4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0" name="Google Shape;260;p4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1" name="Google Shape;261;p4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2" name="Google Shape;262;p4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4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66" name="Google Shape;266;p4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1" name="Google Shape;271;p4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72" name="Google Shape;272;p4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73" name="Google Shape;273;p4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4" name="Google Shape;274;p4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7" name="Google Shape;277;p4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78" name="Google Shape;278;p4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79" name="Google Shape;279;p45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0" name="Google Shape;280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1" name="Google Shape;281;p45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2" name="Google Shape;282;p45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3" name="Google Shape;283;p45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6" name="Google Shape;286;p4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7" name="Google Shape;287;p4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8" name="Google Shape;288;p4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9" name="Google Shape;289;p4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0" name="Google Shape;290;p4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1" name="Google Shape;291;p4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4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4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4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8" name="Google Shape;298;p4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1" name="Google Shape;301;p4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4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4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4" name="Google Shape;30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" name="Google Shape;30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4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7" name="Google Shape;307;p4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0" name="Google Shape;310;p4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4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4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3" name="Google Shape;313;p4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4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5" name="Google Shape;315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4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8" name="Google Shape;318;p4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9" name="Google Shape;319;p4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22" name="Google Shape;322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5" name="Google Shape;325;p5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5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5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5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5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5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5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5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5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5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theme" Target="../theme/theme1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95300" y="469900"/>
            <a:ext cx="29655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784600" y="469900"/>
            <a:ext cx="29655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5.jpg"/><Relationship Id="rId5" Type="http://schemas.openxmlformats.org/officeDocument/2006/relationships/image" Target="../media/image7.jpg"/><Relationship Id="rId6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Relationship Id="rId4" Type="http://schemas.openxmlformats.org/officeDocument/2006/relationships/image" Target="../media/image18.jpg"/><Relationship Id="rId5" Type="http://schemas.openxmlformats.org/officeDocument/2006/relationships/image" Target="../media/image11.jpg"/><Relationship Id="rId6" Type="http://schemas.openxmlformats.org/officeDocument/2006/relationships/image" Target="../media/image16.jpg"/><Relationship Id="rId7" Type="http://schemas.openxmlformats.org/officeDocument/2006/relationships/image" Target="../media/image2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jpg"/><Relationship Id="rId4" Type="http://schemas.openxmlformats.org/officeDocument/2006/relationships/image" Target="../media/image1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Relationship Id="rId4" Type="http://schemas.openxmlformats.org/officeDocument/2006/relationships/image" Target="../media/image1.jpg"/><Relationship Id="rId5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9.jpg"/><Relationship Id="rId4" Type="http://schemas.openxmlformats.org/officeDocument/2006/relationships/image" Target="../media/image24.jpg"/><Relationship Id="rId5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jpg"/><Relationship Id="rId4" Type="http://schemas.openxmlformats.org/officeDocument/2006/relationships/image" Target="../media/image9.jpg"/><Relationship Id="rId5" Type="http://schemas.openxmlformats.org/officeDocument/2006/relationships/image" Target="../media/image2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jpg"/><Relationship Id="rId4" Type="http://schemas.openxmlformats.org/officeDocument/2006/relationships/image" Target="../media/image8.jpg"/><Relationship Id="rId5" Type="http://schemas.openxmlformats.org/officeDocument/2006/relationships/image" Target="../media/image13.jpg"/><Relationship Id="rId6" Type="http://schemas.openxmlformats.org/officeDocument/2006/relationships/image" Target="../media/image2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jpg"/><Relationship Id="rId4" Type="http://schemas.openxmlformats.org/officeDocument/2006/relationships/image" Target="../media/image45.jpg"/><Relationship Id="rId5" Type="http://schemas.openxmlformats.org/officeDocument/2006/relationships/image" Target="../media/image25.jpg"/><Relationship Id="rId6" Type="http://schemas.openxmlformats.org/officeDocument/2006/relationships/image" Target="../media/image2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g"/><Relationship Id="rId4" Type="http://schemas.openxmlformats.org/officeDocument/2006/relationships/image" Target="../media/image18.jpg"/><Relationship Id="rId5" Type="http://schemas.openxmlformats.org/officeDocument/2006/relationships/image" Target="../media/image11.jpg"/><Relationship Id="rId6" Type="http://schemas.openxmlformats.org/officeDocument/2006/relationships/image" Target="../media/image16.jpg"/><Relationship Id="rId7" Type="http://schemas.openxmlformats.org/officeDocument/2006/relationships/image" Target="../media/image2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Relationship Id="rId4" Type="http://schemas.openxmlformats.org/officeDocument/2006/relationships/image" Target="../media/image49.jpg"/><Relationship Id="rId5" Type="http://schemas.openxmlformats.org/officeDocument/2006/relationships/image" Target="../media/image47.jpg"/><Relationship Id="rId6" Type="http://schemas.openxmlformats.org/officeDocument/2006/relationships/image" Target="../media/image38.jpg"/><Relationship Id="rId7" Type="http://schemas.openxmlformats.org/officeDocument/2006/relationships/image" Target="../media/image2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jpg"/><Relationship Id="rId4" Type="http://schemas.openxmlformats.org/officeDocument/2006/relationships/image" Target="../media/image28.jpg"/><Relationship Id="rId9" Type="http://schemas.openxmlformats.org/officeDocument/2006/relationships/image" Target="../media/image36.jpg"/><Relationship Id="rId5" Type="http://schemas.openxmlformats.org/officeDocument/2006/relationships/image" Target="../media/image34.jpg"/><Relationship Id="rId6" Type="http://schemas.openxmlformats.org/officeDocument/2006/relationships/image" Target="../media/image30.jpg"/><Relationship Id="rId7" Type="http://schemas.openxmlformats.org/officeDocument/2006/relationships/image" Target="../media/image33.jpg"/><Relationship Id="rId8" Type="http://schemas.openxmlformats.org/officeDocument/2006/relationships/image" Target="../media/image3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4.jpg"/><Relationship Id="rId4" Type="http://schemas.openxmlformats.org/officeDocument/2006/relationships/image" Target="../media/image6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8.jpg"/><Relationship Id="rId4" Type="http://schemas.openxmlformats.org/officeDocument/2006/relationships/image" Target="../media/image57.jpg"/><Relationship Id="rId5" Type="http://schemas.openxmlformats.org/officeDocument/2006/relationships/image" Target="../media/image65.jpg"/><Relationship Id="rId6" Type="http://schemas.openxmlformats.org/officeDocument/2006/relationships/image" Target="../media/image59.jpg"/><Relationship Id="rId7" Type="http://schemas.openxmlformats.org/officeDocument/2006/relationships/image" Target="../media/image42.jpg"/><Relationship Id="rId8" Type="http://schemas.openxmlformats.org/officeDocument/2006/relationships/image" Target="../media/image4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3.png"/><Relationship Id="rId4" Type="http://schemas.openxmlformats.org/officeDocument/2006/relationships/image" Target="../media/image5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0.png"/><Relationship Id="rId4" Type="http://schemas.openxmlformats.org/officeDocument/2006/relationships/image" Target="../media/image50.png"/><Relationship Id="rId5" Type="http://schemas.openxmlformats.org/officeDocument/2006/relationships/image" Target="../media/image5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1.png"/><Relationship Id="rId4" Type="http://schemas.openxmlformats.org/officeDocument/2006/relationships/image" Target="../media/image5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5.png"/><Relationship Id="rId4" Type="http://schemas.openxmlformats.org/officeDocument/2006/relationships/image" Target="../media/image5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6.jpg"/><Relationship Id="rId4" Type="http://schemas.openxmlformats.org/officeDocument/2006/relationships/image" Target="../media/image64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3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2"/>
          <p:cNvSpPr txBox="1"/>
          <p:nvPr>
            <p:ph type="title"/>
          </p:nvPr>
        </p:nvSpPr>
        <p:spPr>
          <a:xfrm>
            <a:off x="385650" y="1709938"/>
            <a:ext cx="8372700" cy="9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مجلس انصار اللہ سواں گارڈن ضلع اسلام آباد</a:t>
            </a:r>
            <a:endParaRPr sz="4000"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sp>
        <p:nvSpPr>
          <p:cNvPr id="340" name="Google Shape;340;p52"/>
          <p:cNvSpPr txBox="1"/>
          <p:nvPr>
            <p:ph idx="1" type="subTitle"/>
          </p:nvPr>
        </p:nvSpPr>
        <p:spPr>
          <a:xfrm>
            <a:off x="461775" y="2809903"/>
            <a:ext cx="83727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2200">
                <a:latin typeface="Noto Nastaliq Urdu"/>
                <a:ea typeface="Noto Nastaliq Urdu"/>
                <a:cs typeface="Noto Nastaliq Urdu"/>
                <a:sym typeface="Noto Nastaliq Urdu"/>
              </a:rPr>
              <a:t>کارگزاری رپورٹ برائے سال 2024</a:t>
            </a:r>
            <a:endParaRPr b="1" sz="2200">
              <a:latin typeface="Noto Nastaliq Urdu"/>
              <a:ea typeface="Noto Nastaliq Urdu"/>
              <a:cs typeface="Noto Nastaliq Urdu"/>
              <a:sym typeface="Noto Nastaliq Urd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latin typeface="Noto Nastaliq Urdu"/>
              <a:ea typeface="Noto Nastaliq Urdu"/>
              <a:cs typeface="Noto Nastaliq Urdu"/>
              <a:sym typeface="Noto Nastaliq Urdu"/>
            </a:endParaRPr>
          </a:p>
        </p:txBody>
      </p:sp>
      <p:sp>
        <p:nvSpPr>
          <p:cNvPr id="341" name="Google Shape;341;p52"/>
          <p:cNvSpPr txBox="1"/>
          <p:nvPr>
            <p:ph idx="12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42" name="Google Shape;342;p52"/>
          <p:cNvSpPr txBox="1"/>
          <p:nvPr/>
        </p:nvSpPr>
        <p:spPr>
          <a:xfrm>
            <a:off x="6424575" y="40226"/>
            <a:ext cx="240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3" name="Google Shape;343;p52"/>
          <p:cNvSpPr txBox="1"/>
          <p:nvPr/>
        </p:nvSpPr>
        <p:spPr>
          <a:xfrm>
            <a:off x="3367050" y="40226"/>
            <a:ext cx="240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3"/>
          <p:cNvSpPr txBox="1"/>
          <p:nvPr>
            <p:ph type="title"/>
          </p:nvPr>
        </p:nvSpPr>
        <p:spPr>
          <a:xfrm>
            <a:off x="390550" y="2087700"/>
            <a:ext cx="34299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شعبہ تجنید</a:t>
            </a:r>
            <a:endParaRPr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sp>
        <p:nvSpPr>
          <p:cNvPr id="349" name="Google Shape;349;p53"/>
          <p:cNvSpPr txBox="1"/>
          <p:nvPr>
            <p:ph idx="16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0" name="Google Shape;35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7225" y="1008325"/>
            <a:ext cx="5018752" cy="296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4"/>
          <p:cNvSpPr txBox="1"/>
          <p:nvPr>
            <p:ph idx="2" type="subTitle"/>
          </p:nvPr>
        </p:nvSpPr>
        <p:spPr>
          <a:xfrm>
            <a:off x="6421725" y="1015313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جنوری 2024 تجنید 28</a:t>
            </a:r>
            <a:endParaRPr>
              <a:solidFill>
                <a:schemeClr val="dk1"/>
              </a:solidFill>
              <a:latin typeface="Noto Nastaliq Urdu"/>
              <a:ea typeface="Noto Nastaliq Urdu"/>
              <a:cs typeface="Noto Nastaliq Urdu"/>
              <a:sym typeface="Noto Nastaliq Urdu"/>
            </a:endParaRPr>
          </a:p>
        </p:txBody>
      </p:sp>
      <p:sp>
        <p:nvSpPr>
          <p:cNvPr id="356" name="Google Shape;356;p54"/>
          <p:cNvSpPr txBox="1"/>
          <p:nvPr>
            <p:ph idx="1" type="subTitle"/>
          </p:nvPr>
        </p:nvSpPr>
        <p:spPr>
          <a:xfrm>
            <a:off x="4134375" y="1015326"/>
            <a:ext cx="20598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1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فروری</a:t>
            </a:r>
            <a:r>
              <a:rPr lang="en">
                <a:solidFill>
                  <a:schemeClr val="dk1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2024 تجنید 28</a:t>
            </a:r>
            <a:endParaRPr>
              <a:solidFill>
                <a:schemeClr val="dk1"/>
              </a:solidFill>
              <a:latin typeface="Noto Nastaliq Urdu"/>
              <a:ea typeface="Noto Nastaliq Urdu"/>
              <a:cs typeface="Noto Nastaliq Urdu"/>
              <a:sym typeface="Noto Nastaliq Urdu"/>
            </a:endParaRPr>
          </a:p>
        </p:txBody>
      </p:sp>
      <p:sp>
        <p:nvSpPr>
          <p:cNvPr id="357" name="Google Shape;357;p54"/>
          <p:cNvSpPr txBox="1"/>
          <p:nvPr>
            <p:ph type="title"/>
          </p:nvPr>
        </p:nvSpPr>
        <p:spPr>
          <a:xfrm>
            <a:off x="390550" y="2087700"/>
            <a:ext cx="34299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شعبہ تجنید</a:t>
            </a:r>
            <a:endParaRPr>
              <a:solidFill>
                <a:schemeClr val="dk1"/>
              </a:solidFill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sp>
        <p:nvSpPr>
          <p:cNvPr id="358" name="Google Shape;358;p54"/>
          <p:cNvSpPr txBox="1"/>
          <p:nvPr>
            <p:ph idx="16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359" name="Google Shape;359;p54"/>
          <p:cNvSpPr txBox="1"/>
          <p:nvPr>
            <p:ph idx="2" type="subTitle"/>
          </p:nvPr>
        </p:nvSpPr>
        <p:spPr>
          <a:xfrm>
            <a:off x="6421725" y="1518413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مارچ</a:t>
            </a:r>
            <a:r>
              <a:rPr lang="en">
                <a:solidFill>
                  <a:schemeClr val="dk1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20</a:t>
            </a:r>
            <a:r>
              <a:rPr lang="en">
                <a:solidFill>
                  <a:schemeClr val="dk1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24</a:t>
            </a:r>
            <a:r>
              <a:rPr lang="en">
                <a:solidFill>
                  <a:schemeClr val="dk1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تجنید </a:t>
            </a:r>
            <a:r>
              <a:rPr lang="en">
                <a:solidFill>
                  <a:schemeClr val="dk1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29</a:t>
            </a:r>
            <a:endParaRPr>
              <a:solidFill>
                <a:schemeClr val="dk1"/>
              </a:solidFill>
              <a:latin typeface="Noto Nastaliq Urdu"/>
              <a:ea typeface="Noto Nastaliq Urdu"/>
              <a:cs typeface="Noto Nastaliq Urdu"/>
              <a:sym typeface="Noto Nastaliq Urdu"/>
            </a:endParaRPr>
          </a:p>
        </p:txBody>
      </p:sp>
      <p:sp>
        <p:nvSpPr>
          <p:cNvPr id="360" name="Google Shape;360;p54"/>
          <p:cNvSpPr txBox="1"/>
          <p:nvPr>
            <p:ph idx="1" type="subTitle"/>
          </p:nvPr>
        </p:nvSpPr>
        <p:spPr>
          <a:xfrm>
            <a:off x="4134375" y="1518426"/>
            <a:ext cx="20598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1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اپریل 2024 تجنید 29</a:t>
            </a:r>
            <a:endParaRPr>
              <a:solidFill>
                <a:schemeClr val="dk1"/>
              </a:solidFill>
              <a:latin typeface="Noto Nastaliq Urdu"/>
              <a:ea typeface="Noto Nastaliq Urdu"/>
              <a:cs typeface="Noto Nastaliq Urdu"/>
              <a:sym typeface="Noto Nastaliq Urdu"/>
            </a:endParaRPr>
          </a:p>
        </p:txBody>
      </p:sp>
      <p:sp>
        <p:nvSpPr>
          <p:cNvPr id="361" name="Google Shape;361;p54"/>
          <p:cNvSpPr txBox="1"/>
          <p:nvPr>
            <p:ph idx="2" type="subTitle"/>
          </p:nvPr>
        </p:nvSpPr>
        <p:spPr>
          <a:xfrm>
            <a:off x="6421725" y="2005913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مئی</a:t>
            </a:r>
            <a:r>
              <a:rPr lang="en">
                <a:solidFill>
                  <a:schemeClr val="dk1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2024 تجنید 29</a:t>
            </a:r>
            <a:endParaRPr>
              <a:solidFill>
                <a:schemeClr val="dk1"/>
              </a:solidFill>
              <a:latin typeface="Noto Nastaliq Urdu"/>
              <a:ea typeface="Noto Nastaliq Urdu"/>
              <a:cs typeface="Noto Nastaliq Urdu"/>
              <a:sym typeface="Noto Nastaliq Urdu"/>
            </a:endParaRPr>
          </a:p>
        </p:txBody>
      </p:sp>
      <p:sp>
        <p:nvSpPr>
          <p:cNvPr id="362" name="Google Shape;362;p54"/>
          <p:cNvSpPr txBox="1"/>
          <p:nvPr>
            <p:ph idx="1" type="subTitle"/>
          </p:nvPr>
        </p:nvSpPr>
        <p:spPr>
          <a:xfrm>
            <a:off x="4134375" y="2005926"/>
            <a:ext cx="20598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1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جون 2024 تجنید 30</a:t>
            </a:r>
            <a:endParaRPr>
              <a:solidFill>
                <a:schemeClr val="dk1"/>
              </a:solidFill>
              <a:latin typeface="Noto Nastaliq Urdu"/>
              <a:ea typeface="Noto Nastaliq Urdu"/>
              <a:cs typeface="Noto Nastaliq Urdu"/>
              <a:sym typeface="Noto Nastaliq Urdu"/>
            </a:endParaRPr>
          </a:p>
        </p:txBody>
      </p:sp>
      <p:sp>
        <p:nvSpPr>
          <p:cNvPr id="363" name="Google Shape;363;p54"/>
          <p:cNvSpPr txBox="1"/>
          <p:nvPr>
            <p:ph idx="2" type="subTitle"/>
          </p:nvPr>
        </p:nvSpPr>
        <p:spPr>
          <a:xfrm>
            <a:off x="6421725" y="2539313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جولائی 2024 تجنید 32</a:t>
            </a:r>
            <a:endParaRPr>
              <a:solidFill>
                <a:schemeClr val="dk1"/>
              </a:solidFill>
              <a:latin typeface="Noto Nastaliq Urdu"/>
              <a:ea typeface="Noto Nastaliq Urdu"/>
              <a:cs typeface="Noto Nastaliq Urdu"/>
              <a:sym typeface="Noto Nastaliq Urdu"/>
            </a:endParaRPr>
          </a:p>
        </p:txBody>
      </p:sp>
      <p:sp>
        <p:nvSpPr>
          <p:cNvPr id="364" name="Google Shape;364;p54"/>
          <p:cNvSpPr txBox="1"/>
          <p:nvPr>
            <p:ph idx="1" type="subTitle"/>
          </p:nvPr>
        </p:nvSpPr>
        <p:spPr>
          <a:xfrm>
            <a:off x="4134375" y="2539326"/>
            <a:ext cx="20598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1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اگست 2024 تجنید 32</a:t>
            </a:r>
            <a:endParaRPr>
              <a:solidFill>
                <a:schemeClr val="dk1"/>
              </a:solidFill>
              <a:latin typeface="Noto Nastaliq Urdu"/>
              <a:ea typeface="Noto Nastaliq Urdu"/>
              <a:cs typeface="Noto Nastaliq Urdu"/>
              <a:sym typeface="Noto Nastaliq Urdu"/>
            </a:endParaRPr>
          </a:p>
        </p:txBody>
      </p:sp>
      <p:sp>
        <p:nvSpPr>
          <p:cNvPr id="365" name="Google Shape;365;p54"/>
          <p:cNvSpPr txBox="1"/>
          <p:nvPr>
            <p:ph idx="2" type="subTitle"/>
          </p:nvPr>
        </p:nvSpPr>
        <p:spPr>
          <a:xfrm>
            <a:off x="6421725" y="3072713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ستمبر</a:t>
            </a:r>
            <a:r>
              <a:rPr lang="en">
                <a:solidFill>
                  <a:schemeClr val="dk1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2024 تجنید 33</a:t>
            </a:r>
            <a:endParaRPr>
              <a:solidFill>
                <a:schemeClr val="dk1"/>
              </a:solidFill>
              <a:latin typeface="Noto Nastaliq Urdu"/>
              <a:ea typeface="Noto Nastaliq Urdu"/>
              <a:cs typeface="Noto Nastaliq Urdu"/>
              <a:sym typeface="Noto Nastaliq Urdu"/>
            </a:endParaRPr>
          </a:p>
        </p:txBody>
      </p:sp>
      <p:sp>
        <p:nvSpPr>
          <p:cNvPr id="366" name="Google Shape;366;p54"/>
          <p:cNvSpPr txBox="1"/>
          <p:nvPr>
            <p:ph idx="1" type="subTitle"/>
          </p:nvPr>
        </p:nvSpPr>
        <p:spPr>
          <a:xfrm>
            <a:off x="4134375" y="3072726"/>
            <a:ext cx="20598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1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اکتوبر 2024 تجنید 32</a:t>
            </a:r>
            <a:endParaRPr>
              <a:solidFill>
                <a:schemeClr val="dk1"/>
              </a:solidFill>
              <a:latin typeface="Noto Nastaliq Urdu"/>
              <a:ea typeface="Noto Nastaliq Urdu"/>
              <a:cs typeface="Noto Nastaliq Urdu"/>
              <a:sym typeface="Noto Nastaliq Urdu"/>
            </a:endParaRPr>
          </a:p>
        </p:txBody>
      </p:sp>
      <p:sp>
        <p:nvSpPr>
          <p:cNvPr id="367" name="Google Shape;367;p54"/>
          <p:cNvSpPr txBox="1"/>
          <p:nvPr>
            <p:ph idx="2" type="subTitle"/>
          </p:nvPr>
        </p:nvSpPr>
        <p:spPr>
          <a:xfrm>
            <a:off x="6421725" y="3606113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نومبر</a:t>
            </a:r>
            <a:r>
              <a:rPr lang="en">
                <a:solidFill>
                  <a:schemeClr val="dk1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2024 تجنید 33</a:t>
            </a:r>
            <a:endParaRPr>
              <a:solidFill>
                <a:schemeClr val="dk1"/>
              </a:solidFill>
              <a:latin typeface="Noto Nastaliq Urdu"/>
              <a:ea typeface="Noto Nastaliq Urdu"/>
              <a:cs typeface="Noto Nastaliq Urdu"/>
              <a:sym typeface="Noto Nastaliq Urdu"/>
            </a:endParaRPr>
          </a:p>
        </p:txBody>
      </p:sp>
      <p:sp>
        <p:nvSpPr>
          <p:cNvPr id="368" name="Google Shape;368;p54"/>
          <p:cNvSpPr txBox="1"/>
          <p:nvPr>
            <p:ph idx="1" type="subTitle"/>
          </p:nvPr>
        </p:nvSpPr>
        <p:spPr>
          <a:xfrm>
            <a:off x="4134375" y="3606126"/>
            <a:ext cx="20598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1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دسمبر </a:t>
            </a:r>
            <a:r>
              <a:rPr lang="en">
                <a:solidFill>
                  <a:schemeClr val="dk1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2024 تجنید 32</a:t>
            </a:r>
            <a:endParaRPr>
              <a:solidFill>
                <a:schemeClr val="dk1"/>
              </a:solidFill>
              <a:latin typeface="Noto Nastaliq Urdu"/>
              <a:ea typeface="Noto Nastaliq Urdu"/>
              <a:cs typeface="Noto Nastaliq Urdu"/>
              <a:sym typeface="Noto Nastaliq Urdu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5"/>
          <p:cNvSpPr txBox="1"/>
          <p:nvPr>
            <p:ph idx="12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4" name="Google Shape;374;p55"/>
          <p:cNvSpPr/>
          <p:nvPr/>
        </p:nvSpPr>
        <p:spPr>
          <a:xfrm>
            <a:off x="5343706" y="2424168"/>
            <a:ext cx="1957500" cy="1957500"/>
          </a:xfrm>
          <a:prstGeom prst="flowChartConnector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Noto Nastaliq Urdu Medium"/>
                <a:ea typeface="Noto Nastaliq Urdu Medium"/>
                <a:cs typeface="Noto Nastaliq Urdu Medium"/>
                <a:sym typeface="Noto Nastaliq Urdu Medium"/>
              </a:rPr>
              <a:t>جناح گارڈن</a:t>
            </a:r>
            <a:endParaRPr sz="1800">
              <a:solidFill>
                <a:schemeClr val="lt2"/>
              </a:solidFill>
              <a:latin typeface="Noto Nastaliq Urdu Medium"/>
              <a:ea typeface="Noto Nastaliq Urdu Medium"/>
              <a:cs typeface="Noto Nastaliq Urdu Medium"/>
              <a:sym typeface="Noto Nastaliq Urdu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000">
                <a:solidFill>
                  <a:schemeClr val="lt2"/>
                </a:solidFill>
                <a:latin typeface="Noto Nastaliq Urdu Medium"/>
                <a:ea typeface="Noto Nastaliq Urdu Medium"/>
                <a:cs typeface="Noto Nastaliq Urdu Medium"/>
                <a:sym typeface="Noto Nastaliq Urdu Medium"/>
              </a:rPr>
            </a:br>
            <a:r>
              <a:rPr lang="en" sz="1000">
                <a:solidFill>
                  <a:schemeClr val="lt2"/>
                </a:solidFill>
                <a:latin typeface="Noto Nastaliq Urdu Medium"/>
                <a:ea typeface="Noto Nastaliq Urdu Medium"/>
                <a:cs typeface="Noto Nastaliq Urdu Medium"/>
                <a:sym typeface="Noto Nastaliq Urdu Medium"/>
              </a:rPr>
              <a:t>مکرم ناصر احمد صاحب</a:t>
            </a:r>
            <a:endParaRPr sz="1100">
              <a:solidFill>
                <a:schemeClr val="dk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375" name="Google Shape;375;p55"/>
          <p:cNvSpPr/>
          <p:nvPr/>
        </p:nvSpPr>
        <p:spPr>
          <a:xfrm>
            <a:off x="6805748" y="2424168"/>
            <a:ext cx="1957500" cy="1957500"/>
          </a:xfrm>
          <a:prstGeom prst="flowChartConnecto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Noto Nastaliq Urdu Medium"/>
                <a:ea typeface="Noto Nastaliq Urdu Medium"/>
                <a:cs typeface="Noto Nastaliq Urdu Medium"/>
                <a:sym typeface="Noto Nastaliq Urdu Medium"/>
              </a:rPr>
              <a:t>سواں گارڈن</a:t>
            </a:r>
            <a:endParaRPr sz="1800">
              <a:solidFill>
                <a:schemeClr val="lt2"/>
              </a:solidFill>
              <a:latin typeface="Noto Nastaliq Urdu Medium"/>
              <a:ea typeface="Noto Nastaliq Urdu Medium"/>
              <a:cs typeface="Noto Nastaliq Urdu Medium"/>
              <a:sym typeface="Noto Nastaliq Urdu Medium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en" sz="1000">
                <a:solidFill>
                  <a:schemeClr val="lt2"/>
                </a:solidFill>
                <a:latin typeface="Noto Nastaliq Urdu Medium"/>
                <a:ea typeface="Noto Nastaliq Urdu Medium"/>
                <a:cs typeface="Noto Nastaliq Urdu Medium"/>
                <a:sym typeface="Noto Nastaliq Urdu Medium"/>
              </a:rPr>
            </a:br>
            <a:r>
              <a:rPr lang="en" sz="1000">
                <a:solidFill>
                  <a:schemeClr val="lt2"/>
                </a:solidFill>
                <a:latin typeface="Noto Nastaliq Urdu Medium"/>
                <a:ea typeface="Noto Nastaliq Urdu Medium"/>
                <a:cs typeface="Noto Nastaliq Urdu Medium"/>
                <a:sym typeface="Noto Nastaliq Urdu Medium"/>
              </a:rPr>
              <a:t>مکرم عبدالسلام صاحب</a:t>
            </a:r>
            <a:r>
              <a:rPr lang="en" sz="1300">
                <a:solidFill>
                  <a:schemeClr val="dk2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  </a:t>
            </a:r>
            <a:endParaRPr sz="1300">
              <a:solidFill>
                <a:schemeClr val="dk2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376" name="Google Shape;376;p55"/>
          <p:cNvSpPr/>
          <p:nvPr/>
        </p:nvSpPr>
        <p:spPr>
          <a:xfrm>
            <a:off x="6074727" y="1016231"/>
            <a:ext cx="1957500" cy="1957500"/>
          </a:xfrm>
          <a:prstGeom prst="flowChartConnector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Noto Nastaliq Urdu Medium"/>
                <a:ea typeface="Noto Nastaliq Urdu Medium"/>
                <a:cs typeface="Noto Nastaliq Urdu Medium"/>
                <a:sym typeface="Noto Nastaliq Urdu Medium"/>
              </a:rPr>
              <a:t>نیول اینکریج</a:t>
            </a:r>
            <a:endParaRPr sz="1800">
              <a:solidFill>
                <a:schemeClr val="lt2"/>
              </a:solidFill>
              <a:latin typeface="Noto Nastaliq Urdu Medium"/>
              <a:ea typeface="Noto Nastaliq Urdu Medium"/>
              <a:cs typeface="Noto Nastaliq Urdu Medium"/>
              <a:sym typeface="Noto Nastaliq Urdu Medium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 sz="1000">
                <a:solidFill>
                  <a:schemeClr val="lt2"/>
                </a:solidFill>
                <a:latin typeface="Noto Nastaliq Urdu Medium"/>
                <a:ea typeface="Noto Nastaliq Urdu Medium"/>
                <a:cs typeface="Noto Nastaliq Urdu Medium"/>
                <a:sym typeface="Noto Nastaliq Urdu Medium"/>
              </a:rPr>
            </a:br>
            <a:r>
              <a:rPr lang="en" sz="1000">
                <a:solidFill>
                  <a:schemeClr val="lt2"/>
                </a:solidFill>
                <a:latin typeface="Noto Nastaliq Urdu Medium"/>
                <a:ea typeface="Noto Nastaliq Urdu Medium"/>
                <a:cs typeface="Noto Nastaliq Urdu Medium"/>
                <a:sym typeface="Noto Nastaliq Urdu Medium"/>
              </a:rPr>
              <a:t>مکرم رفیق وڑائچ صاحب</a:t>
            </a:r>
            <a:endParaRPr sz="1000">
              <a:solidFill>
                <a:schemeClr val="lt2"/>
              </a:solidFill>
              <a:latin typeface="Noto Nastaliq Urdu Medium"/>
              <a:ea typeface="Noto Nastaliq Urdu Medium"/>
              <a:cs typeface="Noto Nastaliq Urdu Medium"/>
              <a:sym typeface="Noto Nastaliq Urdu Medium"/>
            </a:endParaRPr>
          </a:p>
        </p:txBody>
      </p:sp>
      <p:sp>
        <p:nvSpPr>
          <p:cNvPr id="377" name="Google Shape;377;p55"/>
          <p:cNvSpPr txBox="1"/>
          <p:nvPr/>
        </p:nvSpPr>
        <p:spPr>
          <a:xfrm>
            <a:off x="6424575" y="40226"/>
            <a:ext cx="240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8" name="Google Shape;378;p55"/>
          <p:cNvSpPr txBox="1"/>
          <p:nvPr/>
        </p:nvSpPr>
        <p:spPr>
          <a:xfrm>
            <a:off x="3367050" y="40226"/>
            <a:ext cx="240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9" name="Google Shape;379;p55"/>
          <p:cNvSpPr txBox="1"/>
          <p:nvPr>
            <p:ph type="title"/>
          </p:nvPr>
        </p:nvSpPr>
        <p:spPr>
          <a:xfrm>
            <a:off x="390550" y="2087700"/>
            <a:ext cx="34299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شعبہ تجنید</a:t>
            </a:r>
            <a:endParaRPr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6"/>
          <p:cNvSpPr txBox="1"/>
          <p:nvPr>
            <p:ph idx="12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5" name="Google Shape;385;p56"/>
          <p:cNvSpPr/>
          <p:nvPr/>
        </p:nvSpPr>
        <p:spPr>
          <a:xfrm>
            <a:off x="5343706" y="2424168"/>
            <a:ext cx="1957500" cy="1957500"/>
          </a:xfrm>
          <a:prstGeom prst="flowChartConnector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Noto Nastaliq Urdu Medium"/>
                <a:ea typeface="Noto Nastaliq Urdu Medium"/>
                <a:cs typeface="Noto Nastaliq Urdu Medium"/>
                <a:sym typeface="Noto Nastaliq Urdu Medium"/>
              </a:rPr>
              <a:t>جناح گارڈن</a:t>
            </a:r>
            <a:endParaRPr sz="1800">
              <a:solidFill>
                <a:schemeClr val="lt2"/>
              </a:solidFill>
              <a:latin typeface="Noto Nastaliq Urdu Medium"/>
              <a:ea typeface="Noto Nastaliq Urdu Medium"/>
              <a:cs typeface="Noto Nastaliq Urdu Medium"/>
              <a:sym typeface="Noto Nastaliq Urdu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000">
                <a:solidFill>
                  <a:schemeClr val="lt2"/>
                </a:solidFill>
                <a:latin typeface="Noto Nastaliq Urdu Medium"/>
                <a:ea typeface="Noto Nastaliq Urdu Medium"/>
                <a:cs typeface="Noto Nastaliq Urdu Medium"/>
                <a:sym typeface="Noto Nastaliq Urdu Medium"/>
              </a:rPr>
            </a:br>
            <a:r>
              <a:rPr lang="en" sz="1000">
                <a:solidFill>
                  <a:schemeClr val="lt2"/>
                </a:solidFill>
                <a:latin typeface="Noto Nastaliq Urdu Medium"/>
                <a:ea typeface="Noto Nastaliq Urdu Medium"/>
                <a:cs typeface="Noto Nastaliq Urdu Medium"/>
                <a:sym typeface="Noto Nastaliq Urdu Medium"/>
              </a:rPr>
              <a:t>مکرم ناصر احمد صاحب</a:t>
            </a:r>
            <a:endParaRPr sz="1100">
              <a:solidFill>
                <a:schemeClr val="dk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386" name="Google Shape;386;p56"/>
          <p:cNvSpPr/>
          <p:nvPr/>
        </p:nvSpPr>
        <p:spPr>
          <a:xfrm>
            <a:off x="6979748" y="2380668"/>
            <a:ext cx="1957500" cy="1957500"/>
          </a:xfrm>
          <a:prstGeom prst="flowChartConnecto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Noto Nastaliq Urdu Medium"/>
                <a:ea typeface="Noto Nastaliq Urdu Medium"/>
                <a:cs typeface="Noto Nastaliq Urdu Medium"/>
                <a:sym typeface="Noto Nastaliq Urdu Medium"/>
              </a:rPr>
              <a:t>سواں گارڈن 2</a:t>
            </a:r>
            <a:endParaRPr sz="1800">
              <a:solidFill>
                <a:schemeClr val="lt2"/>
              </a:solidFill>
              <a:latin typeface="Noto Nastaliq Urdu Medium"/>
              <a:ea typeface="Noto Nastaliq Urdu Medium"/>
              <a:cs typeface="Noto Nastaliq Urdu Medium"/>
              <a:sym typeface="Noto Nastaliq Urdu Medium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en" sz="1000">
                <a:solidFill>
                  <a:schemeClr val="lt2"/>
                </a:solidFill>
                <a:latin typeface="Noto Nastaliq Urdu Medium"/>
                <a:ea typeface="Noto Nastaliq Urdu Medium"/>
                <a:cs typeface="Noto Nastaliq Urdu Medium"/>
                <a:sym typeface="Noto Nastaliq Urdu Medium"/>
              </a:rPr>
            </a:br>
            <a:r>
              <a:rPr lang="en" sz="1000">
                <a:solidFill>
                  <a:schemeClr val="lt2"/>
                </a:solidFill>
                <a:latin typeface="Noto Nastaliq Urdu Medium"/>
                <a:ea typeface="Noto Nastaliq Urdu Medium"/>
                <a:cs typeface="Noto Nastaliq Urdu Medium"/>
                <a:sym typeface="Noto Nastaliq Urdu Medium"/>
              </a:rPr>
              <a:t>مکرم </a:t>
            </a:r>
            <a:r>
              <a:rPr lang="en" sz="1000">
                <a:solidFill>
                  <a:schemeClr val="lt2"/>
                </a:solidFill>
                <a:latin typeface="Noto Nastaliq Urdu Medium"/>
                <a:ea typeface="Noto Nastaliq Urdu Medium"/>
                <a:cs typeface="Noto Nastaliq Urdu Medium"/>
                <a:sym typeface="Noto Nastaliq Urdu Medium"/>
              </a:rPr>
              <a:t>عبدالسلام</a:t>
            </a:r>
            <a:r>
              <a:rPr lang="en" sz="1000">
                <a:solidFill>
                  <a:schemeClr val="lt2"/>
                </a:solidFill>
                <a:latin typeface="Noto Nastaliq Urdu Medium"/>
                <a:ea typeface="Noto Nastaliq Urdu Medium"/>
                <a:cs typeface="Noto Nastaliq Urdu Medium"/>
                <a:sym typeface="Noto Nastaliq Urdu Medium"/>
              </a:rPr>
              <a:t> صاحب</a:t>
            </a:r>
            <a:r>
              <a:rPr lang="en" sz="1300">
                <a:solidFill>
                  <a:schemeClr val="dk2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  </a:t>
            </a:r>
            <a:endParaRPr sz="1300">
              <a:solidFill>
                <a:schemeClr val="dk2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387" name="Google Shape;387;p56"/>
          <p:cNvSpPr/>
          <p:nvPr/>
        </p:nvSpPr>
        <p:spPr>
          <a:xfrm>
            <a:off x="6074727" y="1016231"/>
            <a:ext cx="1957500" cy="1957500"/>
          </a:xfrm>
          <a:prstGeom prst="flowChartConnector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Noto Nastaliq Urdu Medium"/>
                <a:ea typeface="Noto Nastaliq Urdu Medium"/>
                <a:cs typeface="Noto Nastaliq Urdu Medium"/>
                <a:sym typeface="Noto Nastaliq Urdu Medium"/>
              </a:rPr>
              <a:t>نیول اینکریج</a:t>
            </a:r>
            <a:endParaRPr sz="1800">
              <a:solidFill>
                <a:schemeClr val="lt2"/>
              </a:solidFill>
              <a:latin typeface="Noto Nastaliq Urdu Medium"/>
              <a:ea typeface="Noto Nastaliq Urdu Medium"/>
              <a:cs typeface="Noto Nastaliq Urdu Medium"/>
              <a:sym typeface="Noto Nastaliq Urdu Medium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 sz="1000">
                <a:solidFill>
                  <a:schemeClr val="lt2"/>
                </a:solidFill>
                <a:latin typeface="Noto Nastaliq Urdu Medium"/>
                <a:ea typeface="Noto Nastaliq Urdu Medium"/>
                <a:cs typeface="Noto Nastaliq Urdu Medium"/>
                <a:sym typeface="Noto Nastaliq Urdu Medium"/>
              </a:rPr>
            </a:br>
            <a:r>
              <a:rPr lang="en" sz="1000">
                <a:solidFill>
                  <a:schemeClr val="lt2"/>
                </a:solidFill>
                <a:latin typeface="Noto Nastaliq Urdu Medium"/>
                <a:ea typeface="Noto Nastaliq Urdu Medium"/>
                <a:cs typeface="Noto Nastaliq Urdu Medium"/>
                <a:sym typeface="Noto Nastaliq Urdu Medium"/>
              </a:rPr>
              <a:t>مکرم رفیق وڑائچ صاحب</a:t>
            </a:r>
            <a:endParaRPr sz="1000">
              <a:solidFill>
                <a:schemeClr val="lt2"/>
              </a:solidFill>
              <a:latin typeface="Noto Nastaliq Urdu Medium"/>
              <a:ea typeface="Noto Nastaliq Urdu Medium"/>
              <a:cs typeface="Noto Nastaliq Urdu Medium"/>
              <a:sym typeface="Noto Nastaliq Urdu Medium"/>
            </a:endParaRPr>
          </a:p>
        </p:txBody>
      </p:sp>
      <p:sp>
        <p:nvSpPr>
          <p:cNvPr id="388" name="Google Shape;388;p56"/>
          <p:cNvSpPr txBox="1"/>
          <p:nvPr/>
        </p:nvSpPr>
        <p:spPr>
          <a:xfrm>
            <a:off x="6424575" y="40226"/>
            <a:ext cx="240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9" name="Google Shape;389;p56"/>
          <p:cNvSpPr txBox="1"/>
          <p:nvPr/>
        </p:nvSpPr>
        <p:spPr>
          <a:xfrm>
            <a:off x="3367050" y="40226"/>
            <a:ext cx="240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90" name="Google Shape;390;p56"/>
          <p:cNvSpPr txBox="1"/>
          <p:nvPr>
            <p:ph type="title"/>
          </p:nvPr>
        </p:nvSpPr>
        <p:spPr>
          <a:xfrm>
            <a:off x="390550" y="2087700"/>
            <a:ext cx="34299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شعبہ تجنید</a:t>
            </a:r>
            <a:endParaRPr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sp>
        <p:nvSpPr>
          <p:cNvPr id="391" name="Google Shape;391;p56"/>
          <p:cNvSpPr/>
          <p:nvPr/>
        </p:nvSpPr>
        <p:spPr>
          <a:xfrm>
            <a:off x="4334352" y="1016231"/>
            <a:ext cx="1957500" cy="1957500"/>
          </a:xfrm>
          <a:prstGeom prst="flowChartConnector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Noto Nastaliq Urdu Medium"/>
                <a:ea typeface="Noto Nastaliq Urdu Medium"/>
                <a:cs typeface="Noto Nastaliq Urdu Medium"/>
                <a:sym typeface="Noto Nastaliq Urdu Medium"/>
              </a:rPr>
              <a:t>سواں گارڈن 1</a:t>
            </a:r>
            <a:endParaRPr sz="1800">
              <a:solidFill>
                <a:schemeClr val="lt2"/>
              </a:solidFill>
              <a:latin typeface="Noto Nastaliq Urdu Medium"/>
              <a:ea typeface="Noto Nastaliq Urdu Medium"/>
              <a:cs typeface="Noto Nastaliq Urdu Medium"/>
              <a:sym typeface="Noto Nastaliq Urdu Medium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en" sz="1000">
                <a:solidFill>
                  <a:schemeClr val="lt2"/>
                </a:solidFill>
                <a:latin typeface="Noto Nastaliq Urdu Medium"/>
                <a:ea typeface="Noto Nastaliq Urdu Medium"/>
                <a:cs typeface="Noto Nastaliq Urdu Medium"/>
                <a:sym typeface="Noto Nastaliq Urdu Medium"/>
              </a:rPr>
            </a:br>
            <a:r>
              <a:rPr lang="en" sz="1000">
                <a:solidFill>
                  <a:schemeClr val="lt2"/>
                </a:solidFill>
                <a:latin typeface="Noto Nastaliq Urdu Medium"/>
                <a:ea typeface="Noto Nastaliq Urdu Medium"/>
                <a:cs typeface="Noto Nastaliq Urdu Medium"/>
                <a:sym typeface="Noto Nastaliq Urdu Medium"/>
              </a:rPr>
              <a:t>مکرم منیر قریشی صاحب</a:t>
            </a:r>
            <a:endParaRPr sz="1800">
              <a:solidFill>
                <a:schemeClr val="lt2"/>
              </a:solidFill>
              <a:latin typeface="Noto Nastaliq Urdu Medium"/>
              <a:ea typeface="Noto Nastaliq Urdu Medium"/>
              <a:cs typeface="Noto Nastaliq Urdu Medium"/>
              <a:sym typeface="Noto Nastaliq Urdu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7"/>
          <p:cNvSpPr txBox="1"/>
          <p:nvPr>
            <p:ph type="title"/>
          </p:nvPr>
        </p:nvSpPr>
        <p:spPr>
          <a:xfrm>
            <a:off x="390550" y="2087700"/>
            <a:ext cx="34299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شعبہ عمومی</a:t>
            </a:r>
            <a:endParaRPr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sp>
        <p:nvSpPr>
          <p:cNvPr id="397" name="Google Shape;397;p57"/>
          <p:cNvSpPr txBox="1"/>
          <p:nvPr>
            <p:ph idx="16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8" name="Google Shape;398;p57"/>
          <p:cNvSpPr txBox="1"/>
          <p:nvPr>
            <p:ph type="title"/>
          </p:nvPr>
        </p:nvSpPr>
        <p:spPr>
          <a:xfrm>
            <a:off x="4572000" y="535000"/>
            <a:ext cx="3155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عاملہ میٹنگ</a:t>
            </a:r>
            <a:endParaRPr sz="2000"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pic>
        <p:nvPicPr>
          <p:cNvPr id="399" name="Google Shape;399;p57" title="IMG-20240417-WA000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0450" y="1090382"/>
            <a:ext cx="2258300" cy="1693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57" title="IMG-20231209-WA0003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5800" y="1090363"/>
            <a:ext cx="2258300" cy="169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57" title="WhatsApp Image 2023-11-28 at 6.46.37 PM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20450" y="3055800"/>
            <a:ext cx="2258301" cy="1693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57" title="IMG-20240223-WA0001.jpg"/>
          <p:cNvPicPr preferRelativeResize="0"/>
          <p:nvPr/>
        </p:nvPicPr>
        <p:blipFill rotWithShape="1">
          <a:blip r:embed="rId6">
            <a:alphaModFix/>
          </a:blip>
          <a:srcRect b="0" l="0" r="45271" t="0"/>
          <a:stretch/>
        </p:blipFill>
        <p:spPr>
          <a:xfrm>
            <a:off x="6515800" y="3055800"/>
            <a:ext cx="2258301" cy="169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8"/>
          <p:cNvSpPr txBox="1"/>
          <p:nvPr>
            <p:ph idx="16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8" name="Google Shape;408;p58"/>
          <p:cNvSpPr txBox="1"/>
          <p:nvPr>
            <p:ph type="title"/>
          </p:nvPr>
        </p:nvSpPr>
        <p:spPr>
          <a:xfrm>
            <a:off x="2788625" y="578500"/>
            <a:ext cx="3155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شعبہ عمومی اجلاس عام</a:t>
            </a:r>
            <a:endParaRPr sz="2000"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pic>
        <p:nvPicPr>
          <p:cNvPr id="409" name="Google Shape;409;p58" title="IMG2024081020194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3700" y="1352675"/>
            <a:ext cx="2067635" cy="1550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58" title="IMG20240810201955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3225" y="1332925"/>
            <a:ext cx="2093952" cy="157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58" title="IMG20240120182513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057903"/>
            <a:ext cx="4303473" cy="1933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58" title="IMG-20240229-WA0013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73691" y="3055799"/>
            <a:ext cx="4303473" cy="1935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58" title="IMG20240328180619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1352675"/>
            <a:ext cx="3979402" cy="1550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9"/>
          <p:cNvSpPr txBox="1"/>
          <p:nvPr>
            <p:ph idx="16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9" name="Google Shape;419;p59"/>
          <p:cNvSpPr txBox="1"/>
          <p:nvPr>
            <p:ph type="title"/>
          </p:nvPr>
        </p:nvSpPr>
        <p:spPr>
          <a:xfrm>
            <a:off x="2994450" y="578500"/>
            <a:ext cx="3155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شعبہ عمومی ریفرشرکورس</a:t>
            </a:r>
            <a:endParaRPr sz="2000"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pic>
        <p:nvPicPr>
          <p:cNvPr id="420" name="Google Shape;420;p59" title="20240213_18494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124500"/>
            <a:ext cx="2899949" cy="3866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59" title="20240213_185014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1949" y="1124500"/>
            <a:ext cx="5155466" cy="386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0"/>
          <p:cNvSpPr txBox="1"/>
          <p:nvPr>
            <p:ph idx="16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7" name="Google Shape;427;p60"/>
          <p:cNvSpPr txBox="1"/>
          <p:nvPr>
            <p:ph type="title"/>
          </p:nvPr>
        </p:nvSpPr>
        <p:spPr>
          <a:xfrm>
            <a:off x="2994450" y="578500"/>
            <a:ext cx="3155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شعبہ عمومی ریفرشرکورس</a:t>
            </a:r>
            <a:endParaRPr sz="2000"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pic>
        <p:nvPicPr>
          <p:cNvPr id="428" name="Google Shape;428;p60" title="IMG2024020109034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750" y="1124375"/>
            <a:ext cx="1658824" cy="3692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60" title="WhatsApp Image 2024-02-21 at 20.59.33_0e41a0c9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6574" y="1124500"/>
            <a:ext cx="2899950" cy="386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60" title="WhatsApp Image 2024-02-21 at 21.00.10_f64416f4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87524" y="1124500"/>
            <a:ext cx="2899950" cy="386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1"/>
          <p:cNvSpPr txBox="1"/>
          <p:nvPr>
            <p:ph type="title"/>
          </p:nvPr>
        </p:nvSpPr>
        <p:spPr>
          <a:xfrm>
            <a:off x="390550" y="2087700"/>
            <a:ext cx="34299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شعبہ تعلیم</a:t>
            </a:r>
            <a:endParaRPr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sp>
        <p:nvSpPr>
          <p:cNvPr id="436" name="Google Shape;436;p61"/>
          <p:cNvSpPr txBox="1"/>
          <p:nvPr>
            <p:ph idx="16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7" name="Google Shape;437;p61"/>
          <p:cNvSpPr txBox="1"/>
          <p:nvPr>
            <p:ph type="title"/>
          </p:nvPr>
        </p:nvSpPr>
        <p:spPr>
          <a:xfrm>
            <a:off x="4572000" y="535000"/>
            <a:ext cx="3155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علمی مقابلہ جات</a:t>
            </a:r>
            <a:endParaRPr sz="2000"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pic>
        <p:nvPicPr>
          <p:cNvPr id="438" name="Google Shape;438;p61" title="IMG-20240321-WA001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7650" y="1081000"/>
            <a:ext cx="1987651" cy="1490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61" title="IMG-20240321-WA0019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4100" y="1116150"/>
            <a:ext cx="1987651" cy="1490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61" title="IMG20240311201949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72850" y="2759299"/>
            <a:ext cx="4630825" cy="2080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2"/>
          <p:cNvSpPr txBox="1"/>
          <p:nvPr>
            <p:ph type="title"/>
          </p:nvPr>
        </p:nvSpPr>
        <p:spPr>
          <a:xfrm>
            <a:off x="390550" y="2087700"/>
            <a:ext cx="34299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شعبہ تعلیم</a:t>
            </a:r>
            <a:endParaRPr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sp>
        <p:nvSpPr>
          <p:cNvPr id="446" name="Google Shape;446;p62"/>
          <p:cNvSpPr txBox="1"/>
          <p:nvPr>
            <p:ph idx="16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7" name="Google Shape;447;p62"/>
          <p:cNvSpPr txBox="1"/>
          <p:nvPr>
            <p:ph type="title"/>
          </p:nvPr>
        </p:nvSpPr>
        <p:spPr>
          <a:xfrm>
            <a:off x="4572000" y="535000"/>
            <a:ext cx="3155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ضلعی علمی ریلی</a:t>
            </a:r>
            <a:endParaRPr sz="2000"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pic>
        <p:nvPicPr>
          <p:cNvPr id="448" name="Google Shape;448;p62" title="IMG20240811114428.jpg"/>
          <p:cNvPicPr preferRelativeResize="0"/>
          <p:nvPr/>
        </p:nvPicPr>
        <p:blipFill rotWithShape="1">
          <a:blip r:embed="rId3">
            <a:alphaModFix/>
          </a:blip>
          <a:srcRect b="41693" l="0" r="0" t="17286"/>
          <a:stretch/>
        </p:blipFill>
        <p:spPr>
          <a:xfrm>
            <a:off x="3394975" y="1211375"/>
            <a:ext cx="1893399" cy="1728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62" title="IMG20240811130545.jpg"/>
          <p:cNvPicPr preferRelativeResize="0"/>
          <p:nvPr/>
        </p:nvPicPr>
        <p:blipFill rotWithShape="1">
          <a:blip r:embed="rId4">
            <a:alphaModFix/>
          </a:blip>
          <a:srcRect b="53739" l="0" r="0" t="-15134"/>
          <a:stretch/>
        </p:blipFill>
        <p:spPr>
          <a:xfrm>
            <a:off x="3394975" y="2348122"/>
            <a:ext cx="1893399" cy="2587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62" title="IMG20240811131249.jpg"/>
          <p:cNvPicPr preferRelativeResize="0"/>
          <p:nvPr/>
        </p:nvPicPr>
        <p:blipFill rotWithShape="1">
          <a:blip r:embed="rId5">
            <a:alphaModFix/>
          </a:blip>
          <a:srcRect b="28884" l="0" r="0" t="11500"/>
          <a:stretch/>
        </p:blipFill>
        <p:spPr>
          <a:xfrm>
            <a:off x="5417425" y="1211375"/>
            <a:ext cx="2772875" cy="3680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3"/>
          <p:cNvSpPr txBox="1"/>
          <p:nvPr>
            <p:ph type="title"/>
          </p:nvPr>
        </p:nvSpPr>
        <p:spPr>
          <a:xfrm>
            <a:off x="390550" y="2087700"/>
            <a:ext cx="34299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شعبہ تعلیم</a:t>
            </a:r>
            <a:endParaRPr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sp>
        <p:nvSpPr>
          <p:cNvPr id="456" name="Google Shape;456;p63"/>
          <p:cNvSpPr txBox="1"/>
          <p:nvPr>
            <p:ph idx="16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7" name="Google Shape;457;p63"/>
          <p:cNvSpPr txBox="1"/>
          <p:nvPr>
            <p:ph type="title"/>
          </p:nvPr>
        </p:nvSpPr>
        <p:spPr>
          <a:xfrm>
            <a:off x="4572000" y="535000"/>
            <a:ext cx="3155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مجلس</a:t>
            </a:r>
            <a:r>
              <a:rPr lang="en" sz="2000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 علمی ریلی</a:t>
            </a:r>
            <a:endParaRPr sz="2000"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pic>
        <p:nvPicPr>
          <p:cNvPr id="458" name="Google Shape;45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1687" y="1004400"/>
            <a:ext cx="1468963" cy="178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8175" y="1004400"/>
            <a:ext cx="1765125" cy="1741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97930" y="1004400"/>
            <a:ext cx="1724545" cy="174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63"/>
          <p:cNvPicPr preferRelativeResize="0"/>
          <p:nvPr/>
        </p:nvPicPr>
        <p:blipFill rotWithShape="1">
          <a:blip r:embed="rId6">
            <a:alphaModFix/>
          </a:blip>
          <a:srcRect b="34666" l="0" r="0" t="0"/>
          <a:stretch/>
        </p:blipFill>
        <p:spPr>
          <a:xfrm>
            <a:off x="3601675" y="2863100"/>
            <a:ext cx="5220801" cy="153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4"/>
          <p:cNvSpPr txBox="1"/>
          <p:nvPr>
            <p:ph type="title"/>
          </p:nvPr>
        </p:nvSpPr>
        <p:spPr>
          <a:xfrm>
            <a:off x="82050" y="2072750"/>
            <a:ext cx="3429900" cy="121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شعبہ تعلیم القرآن و قف عارضی</a:t>
            </a:r>
            <a:endParaRPr sz="2100"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sp>
        <p:nvSpPr>
          <p:cNvPr id="467" name="Google Shape;467;p64"/>
          <p:cNvSpPr txBox="1"/>
          <p:nvPr>
            <p:ph idx="16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8" name="Google Shape;468;p64"/>
          <p:cNvSpPr txBox="1"/>
          <p:nvPr>
            <p:ph type="title"/>
          </p:nvPr>
        </p:nvSpPr>
        <p:spPr>
          <a:xfrm>
            <a:off x="4572000" y="535000"/>
            <a:ext cx="3155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مجلس ناضرہ و ترجمہ کلاسز</a:t>
            </a:r>
            <a:endParaRPr sz="2000"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pic>
        <p:nvPicPr>
          <p:cNvPr id="469" name="Google Shape;469;p64" title="IMG2024031120194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4775" y="1364035"/>
            <a:ext cx="5377024" cy="2415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5"/>
          <p:cNvSpPr txBox="1"/>
          <p:nvPr>
            <p:ph type="title"/>
          </p:nvPr>
        </p:nvSpPr>
        <p:spPr>
          <a:xfrm>
            <a:off x="390550" y="2087700"/>
            <a:ext cx="34299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شعبہ تربیت</a:t>
            </a:r>
            <a:endParaRPr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sp>
        <p:nvSpPr>
          <p:cNvPr id="475" name="Google Shape;475;p65"/>
          <p:cNvSpPr txBox="1"/>
          <p:nvPr>
            <p:ph idx="16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6" name="Google Shape;476;p65"/>
          <p:cNvSpPr txBox="1"/>
          <p:nvPr>
            <p:ph type="title"/>
          </p:nvPr>
        </p:nvSpPr>
        <p:spPr>
          <a:xfrm>
            <a:off x="4572000" y="535000"/>
            <a:ext cx="3155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میٹنگ قیام نماز</a:t>
            </a:r>
            <a:endParaRPr sz="2000"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sp>
        <p:nvSpPr>
          <p:cNvPr id="477" name="Google Shape;477;p65"/>
          <p:cNvSpPr txBox="1"/>
          <p:nvPr>
            <p:ph type="title"/>
          </p:nvPr>
        </p:nvSpPr>
        <p:spPr>
          <a:xfrm>
            <a:off x="4746825" y="2465175"/>
            <a:ext cx="3155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تربیتی کمیٹی میٹنگ</a:t>
            </a:r>
            <a:endParaRPr sz="2000"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pic>
        <p:nvPicPr>
          <p:cNvPr id="478" name="Google Shape;478;p65" title="IMG2024042521022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0225" y="1051100"/>
            <a:ext cx="2486426" cy="111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65" title="IMG2024042521023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5750" y="1051104"/>
            <a:ext cx="2486426" cy="1116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65" title="IMG-20240223-WA0003.jpg"/>
          <p:cNvPicPr preferRelativeResize="0"/>
          <p:nvPr/>
        </p:nvPicPr>
        <p:blipFill rotWithShape="1">
          <a:blip r:embed="rId5">
            <a:alphaModFix/>
          </a:blip>
          <a:srcRect b="0" l="0" r="44943" t="0"/>
          <a:stretch/>
        </p:blipFill>
        <p:spPr>
          <a:xfrm>
            <a:off x="3820450" y="3011175"/>
            <a:ext cx="2426624" cy="197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65" title="IMG-20240223-WA0004.jpg"/>
          <p:cNvPicPr preferRelativeResize="0"/>
          <p:nvPr/>
        </p:nvPicPr>
        <p:blipFill rotWithShape="1">
          <a:blip r:embed="rId6">
            <a:alphaModFix/>
          </a:blip>
          <a:srcRect b="0" l="46684" r="0" t="0"/>
          <a:stretch/>
        </p:blipFill>
        <p:spPr>
          <a:xfrm>
            <a:off x="6350225" y="3011175"/>
            <a:ext cx="2349878" cy="197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6"/>
          <p:cNvSpPr txBox="1"/>
          <p:nvPr>
            <p:ph type="title"/>
          </p:nvPr>
        </p:nvSpPr>
        <p:spPr>
          <a:xfrm>
            <a:off x="390550" y="2087700"/>
            <a:ext cx="34299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شعبہ اصلاح و ارشاد</a:t>
            </a:r>
            <a:endParaRPr sz="3500"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sp>
        <p:nvSpPr>
          <p:cNvPr id="487" name="Google Shape;487;p66"/>
          <p:cNvSpPr txBox="1"/>
          <p:nvPr>
            <p:ph idx="16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8" name="Google Shape;488;p66"/>
          <p:cNvSpPr txBox="1"/>
          <p:nvPr>
            <p:ph type="title"/>
          </p:nvPr>
        </p:nvSpPr>
        <p:spPr>
          <a:xfrm>
            <a:off x="4953000" y="535000"/>
            <a:ext cx="3155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اجلاس کمیٹی اصلاح و ارشاد</a:t>
            </a:r>
            <a:endParaRPr sz="2000"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pic>
        <p:nvPicPr>
          <p:cNvPr id="489" name="Google Shape;489;p66" title="WhatsApp Image 2023-11-28 at 6.46.37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2850" y="1081000"/>
            <a:ext cx="5018749" cy="3764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7"/>
          <p:cNvSpPr txBox="1"/>
          <p:nvPr>
            <p:ph idx="16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5" name="Google Shape;495;p67"/>
          <p:cNvSpPr txBox="1"/>
          <p:nvPr>
            <p:ph type="title"/>
          </p:nvPr>
        </p:nvSpPr>
        <p:spPr>
          <a:xfrm>
            <a:off x="799925" y="578500"/>
            <a:ext cx="72519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شعبہ اصلاح و ارشاد اجلاس بزم ارشاد، جلسہ سیرت النبی اور سی ڈی کلاسز</a:t>
            </a:r>
            <a:endParaRPr sz="2000"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pic>
        <p:nvPicPr>
          <p:cNvPr id="496" name="Google Shape;496;p67" title="IMG2024081020194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3700" y="1352675"/>
            <a:ext cx="2067635" cy="1550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67" title="IMG20240810201955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3225" y="1332925"/>
            <a:ext cx="2093952" cy="157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67" title="IMG20240120182513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057903"/>
            <a:ext cx="4303473" cy="1933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67" title="IMG-20240229-WA0013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73691" y="3055799"/>
            <a:ext cx="4303473" cy="1935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67" title="IMG20240328180619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1352675"/>
            <a:ext cx="3979402" cy="1550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8"/>
          <p:cNvSpPr txBox="1"/>
          <p:nvPr>
            <p:ph idx="16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6" name="Google Shape;506;p68"/>
          <p:cNvSpPr txBox="1"/>
          <p:nvPr>
            <p:ph type="title"/>
          </p:nvPr>
        </p:nvSpPr>
        <p:spPr>
          <a:xfrm>
            <a:off x="2971800" y="535000"/>
            <a:ext cx="3155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 </a:t>
            </a:r>
            <a:r>
              <a:rPr lang="en" sz="2200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شعبہ ایثار </a:t>
            </a:r>
            <a:r>
              <a:rPr lang="en" sz="2200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وقار عمل</a:t>
            </a:r>
            <a:endParaRPr sz="2200"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pic>
        <p:nvPicPr>
          <p:cNvPr id="507" name="Google Shape;507;p68" title="IMG-20231214-WA0039.jpg"/>
          <p:cNvPicPr preferRelativeResize="0"/>
          <p:nvPr/>
        </p:nvPicPr>
        <p:blipFill rotWithShape="1">
          <a:blip r:embed="rId3">
            <a:alphaModFix/>
          </a:blip>
          <a:srcRect b="0" l="14268" r="37134" t="22336"/>
          <a:stretch/>
        </p:blipFill>
        <p:spPr>
          <a:xfrm>
            <a:off x="390550" y="1026525"/>
            <a:ext cx="1990826" cy="1789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68" title="IMG2024032020403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5150" y="1026525"/>
            <a:ext cx="4159007" cy="1781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68" title="IMG20240320204022.jpg"/>
          <p:cNvPicPr preferRelativeResize="0"/>
          <p:nvPr/>
        </p:nvPicPr>
        <p:blipFill rotWithShape="1">
          <a:blip r:embed="rId5">
            <a:alphaModFix/>
          </a:blip>
          <a:srcRect b="0" l="13700" r="23076" t="0"/>
          <a:stretch/>
        </p:blipFill>
        <p:spPr>
          <a:xfrm>
            <a:off x="1178725" y="2887425"/>
            <a:ext cx="3097825" cy="2020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68" title="WhatsApp Image 2024-02-29 at 09.35.13_79f391a5.jpg"/>
          <p:cNvPicPr preferRelativeResize="0"/>
          <p:nvPr/>
        </p:nvPicPr>
        <p:blipFill rotWithShape="1">
          <a:blip r:embed="rId6">
            <a:alphaModFix/>
          </a:blip>
          <a:srcRect b="29721" l="33519" r="31243" t="0"/>
          <a:stretch/>
        </p:blipFill>
        <p:spPr>
          <a:xfrm>
            <a:off x="6777500" y="1026525"/>
            <a:ext cx="1990836" cy="178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68" title="WhatsApp Image 2024-02-29 at 09.35.13_6af11728.jpg"/>
          <p:cNvPicPr preferRelativeResize="0"/>
          <p:nvPr/>
        </p:nvPicPr>
        <p:blipFill rotWithShape="1">
          <a:blip r:embed="rId7">
            <a:alphaModFix/>
          </a:blip>
          <a:srcRect b="9796" l="14121" r="8545" t="0"/>
          <a:stretch/>
        </p:blipFill>
        <p:spPr>
          <a:xfrm>
            <a:off x="4382425" y="2887425"/>
            <a:ext cx="3757224" cy="196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9"/>
          <p:cNvSpPr txBox="1"/>
          <p:nvPr>
            <p:ph idx="16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7" name="Google Shape;517;p69"/>
          <p:cNvSpPr txBox="1"/>
          <p:nvPr>
            <p:ph type="title"/>
          </p:nvPr>
        </p:nvSpPr>
        <p:spPr>
          <a:xfrm>
            <a:off x="2971800" y="535000"/>
            <a:ext cx="3155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 شعبہ ایثار قیدیوں کی رہائی</a:t>
            </a:r>
            <a:endParaRPr sz="2200"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pic>
        <p:nvPicPr>
          <p:cNvPr id="518" name="Google Shape;51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6426" y="968750"/>
            <a:ext cx="2567117" cy="1925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69"/>
          <p:cNvPicPr preferRelativeResize="0"/>
          <p:nvPr/>
        </p:nvPicPr>
        <p:blipFill rotWithShape="1">
          <a:blip r:embed="rId4">
            <a:alphaModFix/>
          </a:blip>
          <a:srcRect b="0" l="0" r="0" t="26090"/>
          <a:stretch/>
        </p:blipFill>
        <p:spPr>
          <a:xfrm>
            <a:off x="4430850" y="968747"/>
            <a:ext cx="3473325" cy="1925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05500" y="2936975"/>
            <a:ext cx="1650711" cy="220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05350" y="2936974"/>
            <a:ext cx="1621263" cy="2161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41950" y="2970275"/>
            <a:ext cx="1562625" cy="208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6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04350" y="2940384"/>
            <a:ext cx="1562625" cy="2083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6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6749" y="2940375"/>
            <a:ext cx="1562625" cy="208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70"/>
          <p:cNvSpPr txBox="1"/>
          <p:nvPr>
            <p:ph idx="16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0" name="Google Shape;530;p70"/>
          <p:cNvSpPr txBox="1"/>
          <p:nvPr>
            <p:ph type="title"/>
          </p:nvPr>
        </p:nvSpPr>
        <p:spPr>
          <a:xfrm>
            <a:off x="2971800" y="763600"/>
            <a:ext cx="3155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 شعبہ ذہانت و صحت جسمانی</a:t>
            </a:r>
            <a:endParaRPr sz="2200"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pic>
        <p:nvPicPr>
          <p:cNvPr id="531" name="Google Shape;531;p70" title="IMG20240921193615.jpg"/>
          <p:cNvPicPr preferRelativeResize="0"/>
          <p:nvPr/>
        </p:nvPicPr>
        <p:blipFill rotWithShape="1">
          <a:blip r:embed="rId3">
            <a:alphaModFix/>
          </a:blip>
          <a:srcRect b="0" l="9589" r="1125" t="0"/>
          <a:stretch/>
        </p:blipFill>
        <p:spPr>
          <a:xfrm>
            <a:off x="435100" y="1766800"/>
            <a:ext cx="3831675" cy="1927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70" title="IMG20240921193646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1950" y="1766800"/>
            <a:ext cx="4291507" cy="1927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71"/>
          <p:cNvSpPr txBox="1"/>
          <p:nvPr>
            <p:ph idx="16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8" name="Google Shape;538;p71"/>
          <p:cNvSpPr txBox="1"/>
          <p:nvPr>
            <p:ph type="title"/>
          </p:nvPr>
        </p:nvSpPr>
        <p:spPr>
          <a:xfrm>
            <a:off x="1829225" y="763600"/>
            <a:ext cx="5487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 شعبہ ذہانت و صحت جسمانی ضیافت، ناشتے و باربی کیو</a:t>
            </a:r>
            <a:endParaRPr sz="2200"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pic>
        <p:nvPicPr>
          <p:cNvPr id="539" name="Google Shape;539;p71" title="IMG2024070320582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9600"/>
            <a:ext cx="2963876" cy="1331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71" title="IMG-20240905-WA000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9700" y="1309600"/>
            <a:ext cx="1618575" cy="360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71" title="IMG-20240904-WA0034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90675" y="1309600"/>
            <a:ext cx="2181376" cy="1636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71" title="IMG20240921190706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90675" y="3233349"/>
            <a:ext cx="3641912" cy="163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71" title="IMG-20231209-WA0005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6397" y="2727600"/>
            <a:ext cx="2628504" cy="214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71" title="IMG-20231209-WA0007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92248" y="1309600"/>
            <a:ext cx="1227024" cy="1636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72"/>
          <p:cNvSpPr txBox="1"/>
          <p:nvPr>
            <p:ph idx="16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0" name="Google Shape;550;p72"/>
          <p:cNvSpPr txBox="1"/>
          <p:nvPr>
            <p:ph type="title"/>
          </p:nvPr>
        </p:nvSpPr>
        <p:spPr>
          <a:xfrm>
            <a:off x="863050" y="763600"/>
            <a:ext cx="7438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 شعبہ ذہانت و صحت جسمانی سپورٹس ریلی مجلس سواں گارڈن</a:t>
            </a:r>
            <a:endParaRPr sz="2200"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pic>
        <p:nvPicPr>
          <p:cNvPr id="551" name="Google Shape;55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" y="1538200"/>
            <a:ext cx="3776675" cy="298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7275" y="1498424"/>
            <a:ext cx="3776675" cy="2984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73"/>
          <p:cNvSpPr txBox="1"/>
          <p:nvPr>
            <p:ph idx="16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8" name="Google Shape;558;p73"/>
          <p:cNvSpPr txBox="1"/>
          <p:nvPr>
            <p:ph type="title"/>
          </p:nvPr>
        </p:nvSpPr>
        <p:spPr>
          <a:xfrm>
            <a:off x="863050" y="763600"/>
            <a:ext cx="7438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 شعبہ ذہانت و صحت جسمانی سپورٹس ریلی مجلس سواں گارڈن</a:t>
            </a:r>
            <a:endParaRPr sz="2200"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pic>
        <p:nvPicPr>
          <p:cNvPr id="559" name="Google Shape;55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309600"/>
            <a:ext cx="3987761" cy="3681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0761" y="1309600"/>
            <a:ext cx="3246473" cy="36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74"/>
          <p:cNvSpPr txBox="1"/>
          <p:nvPr>
            <p:ph idx="16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6" name="Google Shape;566;p74"/>
          <p:cNvSpPr txBox="1"/>
          <p:nvPr>
            <p:ph type="title"/>
          </p:nvPr>
        </p:nvSpPr>
        <p:spPr>
          <a:xfrm>
            <a:off x="863050" y="763600"/>
            <a:ext cx="7438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 شعبہ ذہانت و صحت جسمانی سپورٹس ریلی مجلس سواں گارڈن</a:t>
            </a:r>
            <a:endParaRPr sz="2200"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pic>
        <p:nvPicPr>
          <p:cNvPr id="567" name="Google Shape;567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600200"/>
            <a:ext cx="4036625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600200"/>
            <a:ext cx="4206150" cy="1430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3241425"/>
            <a:ext cx="4206150" cy="144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5"/>
          <p:cNvSpPr txBox="1"/>
          <p:nvPr>
            <p:ph idx="16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5" name="Google Shape;575;p75"/>
          <p:cNvSpPr txBox="1"/>
          <p:nvPr>
            <p:ph type="title"/>
          </p:nvPr>
        </p:nvSpPr>
        <p:spPr>
          <a:xfrm>
            <a:off x="863050" y="763600"/>
            <a:ext cx="7438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 شعبہ صف دوم سائیکل سفر</a:t>
            </a:r>
            <a:endParaRPr sz="2200"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pic>
        <p:nvPicPr>
          <p:cNvPr id="576" name="Google Shape;576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29150"/>
            <a:ext cx="5229225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8250" y="1809125"/>
            <a:ext cx="3356576" cy="1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76"/>
          <p:cNvSpPr txBox="1"/>
          <p:nvPr>
            <p:ph idx="16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3" name="Google Shape;583;p76"/>
          <p:cNvSpPr txBox="1"/>
          <p:nvPr>
            <p:ph type="title"/>
          </p:nvPr>
        </p:nvSpPr>
        <p:spPr>
          <a:xfrm>
            <a:off x="863050" y="763600"/>
            <a:ext cx="7438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 شعبہ مال</a:t>
            </a:r>
            <a:endParaRPr sz="2200"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pic>
        <p:nvPicPr>
          <p:cNvPr id="584" name="Google Shape;584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825" y="1287950"/>
            <a:ext cx="3016532" cy="368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9007" y="1290375"/>
            <a:ext cx="4762500" cy="36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77"/>
          <p:cNvSpPr txBox="1"/>
          <p:nvPr>
            <p:ph idx="16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1" name="Google Shape;591;p77"/>
          <p:cNvSpPr txBox="1"/>
          <p:nvPr>
            <p:ph type="title"/>
          </p:nvPr>
        </p:nvSpPr>
        <p:spPr>
          <a:xfrm>
            <a:off x="863050" y="763600"/>
            <a:ext cx="7438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 شعبہ مال  موجودہ جائزہ مرکز</a:t>
            </a:r>
            <a:endParaRPr sz="2200"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pic>
        <p:nvPicPr>
          <p:cNvPr id="592" name="Google Shape;592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309600"/>
            <a:ext cx="7438501" cy="3192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78"/>
          <p:cNvSpPr txBox="1"/>
          <p:nvPr>
            <p:ph idx="16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8" name="Google Shape;598;p78"/>
          <p:cNvSpPr txBox="1"/>
          <p:nvPr>
            <p:ph type="title"/>
          </p:nvPr>
        </p:nvSpPr>
        <p:spPr>
          <a:xfrm>
            <a:off x="863050" y="763600"/>
            <a:ext cx="7438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 شعبہ مال ضلعی ٹارگٹ</a:t>
            </a:r>
            <a:endParaRPr sz="2200"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pic>
        <p:nvPicPr>
          <p:cNvPr id="599" name="Google Shape;599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995400"/>
            <a:ext cx="8712250" cy="17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79"/>
          <p:cNvSpPr txBox="1"/>
          <p:nvPr>
            <p:ph idx="16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5" name="Google Shape;605;p79"/>
          <p:cNvSpPr txBox="1"/>
          <p:nvPr>
            <p:ph type="title"/>
          </p:nvPr>
        </p:nvSpPr>
        <p:spPr>
          <a:xfrm>
            <a:off x="863050" y="763600"/>
            <a:ext cx="7438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 شعبہ آڈٹ ضلع</a:t>
            </a:r>
            <a:endParaRPr sz="2200"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pic>
        <p:nvPicPr>
          <p:cNvPr id="606" name="Google Shape;606;p79" title="IMG20240821201027.jpg"/>
          <p:cNvPicPr preferRelativeResize="0"/>
          <p:nvPr/>
        </p:nvPicPr>
        <p:blipFill rotWithShape="1">
          <a:blip r:embed="rId3">
            <a:alphaModFix/>
          </a:blip>
          <a:srcRect b="0" l="20330" r="32171" t="0"/>
          <a:stretch/>
        </p:blipFill>
        <p:spPr>
          <a:xfrm>
            <a:off x="827575" y="1309600"/>
            <a:ext cx="3352520" cy="3170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79" title="IMG20240821112204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9526" y="1309600"/>
            <a:ext cx="4499676" cy="3170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80"/>
          <p:cNvSpPr txBox="1"/>
          <p:nvPr>
            <p:ph idx="16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3" name="Google Shape;613;p80"/>
          <p:cNvSpPr txBox="1"/>
          <p:nvPr>
            <p:ph type="title"/>
          </p:nvPr>
        </p:nvSpPr>
        <p:spPr>
          <a:xfrm>
            <a:off x="863050" y="763600"/>
            <a:ext cx="7438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 شعبہ آڈٹ مرکز</a:t>
            </a:r>
            <a:endParaRPr sz="2200"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pic>
        <p:nvPicPr>
          <p:cNvPr id="614" name="Google Shape;614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400" y="1309600"/>
            <a:ext cx="2761124" cy="368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81"/>
          <p:cNvSpPr txBox="1"/>
          <p:nvPr>
            <p:ph type="title"/>
          </p:nvPr>
        </p:nvSpPr>
        <p:spPr>
          <a:xfrm>
            <a:off x="385650" y="2087700"/>
            <a:ext cx="83727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oto Nastaliq Urdu SemiBold"/>
                <a:ea typeface="Noto Nastaliq Urdu SemiBold"/>
                <a:cs typeface="Noto Nastaliq Urdu SemiBold"/>
                <a:sym typeface="Noto Nastaliq Urdu SemiBold"/>
              </a:rPr>
              <a:t>شکریہ</a:t>
            </a:r>
            <a:endParaRPr>
              <a:latin typeface="Noto Nastaliq Urdu SemiBold"/>
              <a:ea typeface="Noto Nastaliq Urdu SemiBold"/>
              <a:cs typeface="Noto Nastaliq Urdu SemiBold"/>
              <a:sym typeface="Noto Nastaliq Urdu SemiBold"/>
            </a:endParaRPr>
          </a:p>
        </p:txBody>
      </p:sp>
      <p:sp>
        <p:nvSpPr>
          <p:cNvPr id="620" name="Google Shape;620;p81"/>
          <p:cNvSpPr txBox="1"/>
          <p:nvPr>
            <p:ph idx="12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mpany Overview Presentation">
  <a:themeElements>
    <a:clrScheme name="Simple Light">
      <a:dk1>
        <a:srgbClr val="121212"/>
      </a:dk1>
      <a:lt1>
        <a:srgbClr val="FDF9E9"/>
      </a:lt1>
      <a:dk2>
        <a:srgbClr val="8C63A0"/>
      </a:dk2>
      <a:lt2>
        <a:srgbClr val="AA601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2121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